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8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159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57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10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45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83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5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21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999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458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56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783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0A6EB-4B0E-45F5-91F0-13DDD2061C15}" type="datetimeFigureOut">
              <a:rPr lang="en-GB" smtClean="0"/>
              <a:t>13/09/2025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371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"/>
          <p:cNvSpPr/>
          <p:nvPr/>
        </p:nvSpPr>
        <p:spPr>
          <a:xfrm>
            <a:off x="603996" y="0"/>
            <a:ext cx="1087157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خ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B"/>
          <p:cNvSpPr/>
          <p:nvPr/>
        </p:nvSpPr>
        <p:spPr>
          <a:xfrm>
            <a:off x="2173854" y="0"/>
            <a:ext cx="1087157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ح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C"/>
          <p:cNvSpPr/>
          <p:nvPr/>
        </p:nvSpPr>
        <p:spPr>
          <a:xfrm>
            <a:off x="3743712" y="0"/>
            <a:ext cx="1087157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ج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6" name="D"/>
          <p:cNvSpPr/>
          <p:nvPr/>
        </p:nvSpPr>
        <p:spPr>
          <a:xfrm>
            <a:off x="5313570" y="0"/>
            <a:ext cx="1327608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ث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0" name="E"/>
          <p:cNvSpPr/>
          <p:nvPr/>
        </p:nvSpPr>
        <p:spPr>
          <a:xfrm>
            <a:off x="7123879" y="0"/>
            <a:ext cx="1327608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ت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4" name="F"/>
          <p:cNvSpPr/>
          <p:nvPr/>
        </p:nvSpPr>
        <p:spPr>
          <a:xfrm>
            <a:off x="8934189" y="0"/>
            <a:ext cx="1327608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ب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0" name="G"/>
          <p:cNvSpPr/>
          <p:nvPr/>
        </p:nvSpPr>
        <p:spPr>
          <a:xfrm>
            <a:off x="10744500" y="0"/>
            <a:ext cx="516488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أ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H"/>
          <p:cNvSpPr/>
          <p:nvPr/>
        </p:nvSpPr>
        <p:spPr>
          <a:xfrm>
            <a:off x="2083844" y="1614021"/>
            <a:ext cx="1944763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ص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I"/>
          <p:cNvSpPr/>
          <p:nvPr/>
        </p:nvSpPr>
        <p:spPr>
          <a:xfrm>
            <a:off x="4188659" y="1614021"/>
            <a:ext cx="1500732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ش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J"/>
          <p:cNvSpPr/>
          <p:nvPr/>
        </p:nvSpPr>
        <p:spPr>
          <a:xfrm>
            <a:off x="5849443" y="1614021"/>
            <a:ext cx="1500732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س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" name="K"/>
          <p:cNvSpPr/>
          <p:nvPr/>
        </p:nvSpPr>
        <p:spPr>
          <a:xfrm>
            <a:off x="7510227" y="1614021"/>
            <a:ext cx="968535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ز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1" name="L"/>
          <p:cNvSpPr/>
          <p:nvPr/>
        </p:nvSpPr>
        <p:spPr>
          <a:xfrm>
            <a:off x="8638814" y="1614021"/>
            <a:ext cx="968535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ر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5" name="M"/>
          <p:cNvSpPr/>
          <p:nvPr/>
        </p:nvSpPr>
        <p:spPr>
          <a:xfrm>
            <a:off x="9767401" y="1614021"/>
            <a:ext cx="724878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ذ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1" name="N"/>
          <p:cNvSpPr/>
          <p:nvPr/>
        </p:nvSpPr>
        <p:spPr>
          <a:xfrm>
            <a:off x="10652328" y="1614021"/>
            <a:ext cx="724878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د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O"/>
          <p:cNvSpPr/>
          <p:nvPr/>
        </p:nvSpPr>
        <p:spPr>
          <a:xfrm>
            <a:off x="4378859" y="3228042"/>
            <a:ext cx="1449436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ف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P"/>
          <p:cNvSpPr/>
          <p:nvPr/>
        </p:nvSpPr>
        <p:spPr>
          <a:xfrm>
            <a:off x="6190535" y="3228042"/>
            <a:ext cx="1056701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غ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4" name="Q"/>
          <p:cNvSpPr/>
          <p:nvPr/>
        </p:nvSpPr>
        <p:spPr>
          <a:xfrm>
            <a:off x="7609476" y="3228042"/>
            <a:ext cx="1056701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ع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" name="R"/>
          <p:cNvSpPr/>
          <p:nvPr/>
        </p:nvSpPr>
        <p:spPr>
          <a:xfrm>
            <a:off x="9028417" y="3228042"/>
            <a:ext cx="1117614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ظ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2" name="S"/>
          <p:cNvSpPr/>
          <p:nvPr/>
        </p:nvSpPr>
        <p:spPr>
          <a:xfrm>
            <a:off x="10508273" y="3228042"/>
            <a:ext cx="1117614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ط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6" name="T"/>
          <p:cNvSpPr/>
          <p:nvPr/>
        </p:nvSpPr>
        <p:spPr>
          <a:xfrm>
            <a:off x="-20971" y="1632332"/>
            <a:ext cx="1944763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ض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U"/>
          <p:cNvSpPr/>
          <p:nvPr/>
        </p:nvSpPr>
        <p:spPr>
          <a:xfrm>
            <a:off x="4903896" y="4842064"/>
            <a:ext cx="877164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و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V"/>
          <p:cNvSpPr/>
          <p:nvPr/>
        </p:nvSpPr>
        <p:spPr>
          <a:xfrm>
            <a:off x="6398167" y="4842064"/>
            <a:ext cx="1027845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ن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5" name="W"/>
          <p:cNvSpPr/>
          <p:nvPr/>
        </p:nvSpPr>
        <p:spPr>
          <a:xfrm>
            <a:off x="8043118" y="4757302"/>
            <a:ext cx="726481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م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9" name="X"/>
          <p:cNvSpPr/>
          <p:nvPr/>
        </p:nvSpPr>
        <p:spPr>
          <a:xfrm>
            <a:off x="30669" y="3194817"/>
            <a:ext cx="995785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ل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3" name="Y"/>
          <p:cNvSpPr/>
          <p:nvPr/>
        </p:nvSpPr>
        <p:spPr>
          <a:xfrm>
            <a:off x="1388694" y="3230982"/>
            <a:ext cx="1148071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ك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7" name="Z"/>
          <p:cNvSpPr/>
          <p:nvPr/>
        </p:nvSpPr>
        <p:spPr>
          <a:xfrm>
            <a:off x="2899005" y="3230982"/>
            <a:ext cx="1117614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ق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2" name="Reset Button"/>
          <p:cNvSpPr/>
          <p:nvPr/>
        </p:nvSpPr>
        <p:spPr>
          <a:xfrm>
            <a:off x="10275008" y="5452167"/>
            <a:ext cx="1620000" cy="77945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Reset</a:t>
            </a:r>
          </a:p>
        </p:txBody>
      </p:sp>
      <p:sp>
        <p:nvSpPr>
          <p:cNvPr id="2" name="X">
            <a:extLst>
              <a:ext uri="{FF2B5EF4-FFF2-40B4-BE49-F238E27FC236}">
                <a16:creationId xmlns:a16="http://schemas.microsoft.com/office/drawing/2014/main" id="{D933877D-B8C3-CC44-1CC5-1399FD244001}"/>
              </a:ext>
            </a:extLst>
          </p:cNvPr>
          <p:cNvSpPr/>
          <p:nvPr/>
        </p:nvSpPr>
        <p:spPr>
          <a:xfrm>
            <a:off x="1556284" y="4757302"/>
            <a:ext cx="1207382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ي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X">
            <a:extLst>
              <a:ext uri="{FF2B5EF4-FFF2-40B4-BE49-F238E27FC236}">
                <a16:creationId xmlns:a16="http://schemas.microsoft.com/office/drawing/2014/main" id="{CEF27EA2-4FDD-EE2B-6173-1851672958B5}"/>
              </a:ext>
            </a:extLst>
          </p:cNvPr>
          <p:cNvSpPr/>
          <p:nvPr/>
        </p:nvSpPr>
        <p:spPr>
          <a:xfrm>
            <a:off x="3380772" y="5124822"/>
            <a:ext cx="906017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ar-EG" altLang="ja-JP" sz="125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ﻫ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9346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8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3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6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5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0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4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4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6" fill="hold">
                      <p:stCondLst>
                        <p:cond delay="0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53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5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63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4" fill="hold">
                      <p:stCondLst>
                        <p:cond delay="0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71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76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80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8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2" fill="hold">
                      <p:stCondLst>
                        <p:cond delay="0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85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89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94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9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99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0" fill="hold">
                      <p:stCondLst>
                        <p:cond delay="0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03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07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>
                      <p:stCondLst>
                        <p:cond delay="0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1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16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17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2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26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7" fill="hold">
                      <p:stCondLst>
                        <p:cond delay="0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30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34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3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6" fill="hold">
                      <p:stCondLst>
                        <p:cond delay="0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39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4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44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5" fill="hold">
                      <p:stCondLst>
                        <p:cond delay="0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4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5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57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6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66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70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75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79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80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1" fill="hold">
                      <p:stCondLst>
                        <p:cond delay="0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84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8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8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0" fill="hold">
                      <p:stCondLst>
                        <p:cond delay="0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9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9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9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9" fill="hold">
                      <p:stCondLst>
                        <p:cond delay="0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6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7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11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15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16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7" fill="hold">
                      <p:stCondLst>
                        <p:cond delay="0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20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24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25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6" fill="hold">
                      <p:stCondLst>
                        <p:cond delay="0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2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33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34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5" fill="hold">
                      <p:stCondLst>
                        <p:cond delay="0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3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42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4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4" fill="hold">
                      <p:stCondLst>
                        <p:cond delay="0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4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4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5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5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55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5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59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61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63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65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67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6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1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3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5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9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8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83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85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87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8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8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0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91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2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93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4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95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96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9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29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9" fill="hold">
                      <p:stCondLst>
                        <p:cond delay="0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02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06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seq concurrent="1" nextAc="seek">
              <p:cTn id="30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11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15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8" grpId="0"/>
      <p:bldP spid="8" grpId="1"/>
      <p:bldP spid="8" grpId="2"/>
      <p:bldP spid="12" grpId="0"/>
      <p:bldP spid="12" grpId="1"/>
      <p:bldP spid="12" grpId="2"/>
      <p:bldP spid="16" grpId="0"/>
      <p:bldP spid="16" grpId="1"/>
      <p:bldP spid="16" grpId="2"/>
      <p:bldP spid="20" grpId="0"/>
      <p:bldP spid="20" grpId="1"/>
      <p:bldP spid="20" grpId="2"/>
      <p:bldP spid="24" grpId="0"/>
      <p:bldP spid="24" grpId="1"/>
      <p:bldP spid="24" grpId="2"/>
      <p:bldP spid="30" grpId="0"/>
      <p:bldP spid="30" grpId="1"/>
      <p:bldP spid="30" grpId="2"/>
      <p:bldP spid="5" grpId="0"/>
      <p:bldP spid="5" grpId="1"/>
      <p:bldP spid="5" grpId="2"/>
      <p:bldP spid="9" grpId="0"/>
      <p:bldP spid="9" grpId="1"/>
      <p:bldP spid="9" grpId="2"/>
      <p:bldP spid="13" grpId="0"/>
      <p:bldP spid="13" grpId="1"/>
      <p:bldP spid="13" grpId="2"/>
      <p:bldP spid="17" grpId="0"/>
      <p:bldP spid="17" grpId="1"/>
      <p:bldP spid="17" grpId="2"/>
      <p:bldP spid="21" grpId="0"/>
      <p:bldP spid="21" grpId="1"/>
      <p:bldP spid="21" grpId="2"/>
      <p:bldP spid="25" grpId="0"/>
      <p:bldP spid="25" grpId="1"/>
      <p:bldP spid="25" grpId="2"/>
      <p:bldP spid="31" grpId="0"/>
      <p:bldP spid="31" grpId="1"/>
      <p:bldP spid="31" grpId="2"/>
      <p:bldP spid="6" grpId="0"/>
      <p:bldP spid="6" grpId="1"/>
      <p:bldP spid="6" grpId="2"/>
      <p:bldP spid="10" grpId="0"/>
      <p:bldP spid="10" grpId="1"/>
      <p:bldP spid="10" grpId="2"/>
      <p:bldP spid="14" grpId="0"/>
      <p:bldP spid="14" grpId="1"/>
      <p:bldP spid="14" grpId="2"/>
      <p:bldP spid="18" grpId="0"/>
      <p:bldP spid="18" grpId="1"/>
      <p:bldP spid="18" grpId="2"/>
      <p:bldP spid="22" grpId="0"/>
      <p:bldP spid="22" grpId="1"/>
      <p:bldP spid="22" grpId="2"/>
      <p:bldP spid="26" grpId="0"/>
      <p:bldP spid="26" grpId="1"/>
      <p:bldP spid="26" grpId="2"/>
      <p:bldP spid="7" grpId="0"/>
      <p:bldP spid="7" grpId="1"/>
      <p:bldP spid="7" grpId="2"/>
      <p:bldP spid="11" grpId="0"/>
      <p:bldP spid="11" grpId="1"/>
      <p:bldP spid="11" grpId="2"/>
      <p:bldP spid="15" grpId="0"/>
      <p:bldP spid="15" grpId="1"/>
      <p:bldP spid="15" grpId="2"/>
      <p:bldP spid="19" grpId="0"/>
      <p:bldP spid="19" grpId="1"/>
      <p:bldP spid="19" grpId="2"/>
      <p:bldP spid="23" grpId="0"/>
      <p:bldP spid="23" grpId="1"/>
      <p:bldP spid="23" grpId="2"/>
      <p:bldP spid="27" grpId="0"/>
      <p:bldP spid="27" grpId="1"/>
      <p:bldP spid="27" grpId="2"/>
      <p:bldP spid="2" grpId="0"/>
      <p:bldP spid="2" grpId="1"/>
      <p:bldP spid="2" grpId="2"/>
      <p:bldP spid="3" grpId="0"/>
      <p:bldP spid="3" grpId="1"/>
      <p:bldP spid="3" grpId="2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29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tekhno logic</dc:creator>
  <cp:lastModifiedBy>Matt Hassan</cp:lastModifiedBy>
  <cp:revision>2</cp:revision>
  <dcterms:created xsi:type="dcterms:W3CDTF">2016-01-15T11:12:34Z</dcterms:created>
  <dcterms:modified xsi:type="dcterms:W3CDTF">2025-09-13T00:53:59Z</dcterms:modified>
</cp:coreProperties>
</file>