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8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80BCD-F68D-448F-9F94-1DC2B07E8A97}" type="datetimeFigureOut">
              <a:rPr lang="en-US" smtClean="0"/>
              <a:t>2020-10-26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8B627-6A29-40C3-AF22-82E50B58C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148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80BCD-F68D-448F-9F94-1DC2B07E8A97}" type="datetimeFigureOut">
              <a:rPr lang="en-US" smtClean="0"/>
              <a:t>2020-10-26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8B627-6A29-40C3-AF22-82E50B58C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737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80BCD-F68D-448F-9F94-1DC2B07E8A97}" type="datetimeFigureOut">
              <a:rPr lang="en-US" smtClean="0"/>
              <a:t>2020-10-26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8B627-6A29-40C3-AF22-82E50B58C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478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80BCD-F68D-448F-9F94-1DC2B07E8A97}" type="datetimeFigureOut">
              <a:rPr lang="en-US" smtClean="0"/>
              <a:t>2020-10-26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8B627-6A29-40C3-AF22-82E50B58C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021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80BCD-F68D-448F-9F94-1DC2B07E8A97}" type="datetimeFigureOut">
              <a:rPr lang="en-US" smtClean="0"/>
              <a:t>2020-10-26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8B627-6A29-40C3-AF22-82E50B58C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967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80BCD-F68D-448F-9F94-1DC2B07E8A97}" type="datetimeFigureOut">
              <a:rPr lang="en-US" smtClean="0"/>
              <a:t>2020-10-26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8B627-6A29-40C3-AF22-82E50B58C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25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80BCD-F68D-448F-9F94-1DC2B07E8A97}" type="datetimeFigureOut">
              <a:rPr lang="en-US" smtClean="0"/>
              <a:t>2020-10-26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8B627-6A29-40C3-AF22-82E50B58C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10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80BCD-F68D-448F-9F94-1DC2B07E8A97}" type="datetimeFigureOut">
              <a:rPr lang="en-US" smtClean="0"/>
              <a:t>2020-10-26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8B627-6A29-40C3-AF22-82E50B58C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824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80BCD-F68D-448F-9F94-1DC2B07E8A97}" type="datetimeFigureOut">
              <a:rPr lang="en-US" smtClean="0"/>
              <a:t>2020-10-26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8B627-6A29-40C3-AF22-82E50B58C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148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80BCD-F68D-448F-9F94-1DC2B07E8A97}" type="datetimeFigureOut">
              <a:rPr lang="en-US" smtClean="0"/>
              <a:t>2020-10-26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8B627-6A29-40C3-AF22-82E50B58C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958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80BCD-F68D-448F-9F94-1DC2B07E8A97}" type="datetimeFigureOut">
              <a:rPr lang="en-US" smtClean="0"/>
              <a:t>2020-10-26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8B627-6A29-40C3-AF22-82E50B58C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03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C80BCD-F68D-448F-9F94-1DC2B07E8A97}" type="datetimeFigureOut">
              <a:rPr lang="en-US" smtClean="0"/>
              <a:t>2020-10-26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8B627-6A29-40C3-AF22-82E50B58C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8019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811369" y="450761"/>
            <a:ext cx="10393251" cy="122349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What are you doing </a:t>
            </a:r>
            <a:r>
              <a:rPr lang="ja-JP" altLang="en-US" sz="4000" b="1" dirty="0">
                <a:solidFill>
                  <a:schemeClr val="bg1"/>
                </a:solidFill>
              </a:rPr>
              <a:t>＿＿＿＿＿</a:t>
            </a:r>
            <a:r>
              <a:rPr lang="en-US" sz="4000" b="1" dirty="0">
                <a:solidFill>
                  <a:schemeClr val="bg1"/>
                </a:solidFill>
              </a:rPr>
              <a:t> January 23</a:t>
            </a:r>
            <a:r>
              <a:rPr lang="en-US" sz="4000" b="1" baseline="30000" dirty="0">
                <a:solidFill>
                  <a:schemeClr val="bg1"/>
                </a:solidFill>
              </a:rPr>
              <a:t>rd</a:t>
            </a:r>
            <a:r>
              <a:rPr lang="en-US" sz="40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5" name="ANSWER A"/>
          <p:cNvSpPr/>
          <p:nvPr/>
        </p:nvSpPr>
        <p:spPr>
          <a:xfrm>
            <a:off x="811369" y="2987898"/>
            <a:ext cx="4919730" cy="157122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7200" dirty="0">
                <a:solidFill>
                  <a:schemeClr val="tx1">
                    <a:lumMod val="50000"/>
                  </a:schemeClr>
                </a:solidFill>
              </a:rPr>
              <a:t>A) </a:t>
            </a:r>
            <a:r>
              <a:rPr lang="en-US" sz="7200" b="1" dirty="0">
                <a:solidFill>
                  <a:schemeClr val="bg1"/>
                </a:solidFill>
              </a:rPr>
              <a:t>AT</a:t>
            </a:r>
          </a:p>
        </p:txBody>
      </p:sp>
      <p:sp>
        <p:nvSpPr>
          <p:cNvPr id="6" name="ANSWER B"/>
          <p:cNvSpPr/>
          <p:nvPr/>
        </p:nvSpPr>
        <p:spPr>
          <a:xfrm>
            <a:off x="6284890" y="2987898"/>
            <a:ext cx="4919730" cy="157122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7200" dirty="0">
                <a:solidFill>
                  <a:schemeClr val="tx1">
                    <a:lumMod val="50000"/>
                  </a:schemeClr>
                </a:solidFill>
              </a:rPr>
              <a:t>B) </a:t>
            </a:r>
            <a:r>
              <a:rPr lang="en-US" sz="7200" b="1" dirty="0">
                <a:solidFill>
                  <a:schemeClr val="bg1"/>
                </a:solidFill>
              </a:rPr>
              <a:t>IN</a:t>
            </a:r>
          </a:p>
        </p:txBody>
      </p:sp>
      <p:sp>
        <p:nvSpPr>
          <p:cNvPr id="7" name="ANSWER D"/>
          <p:cNvSpPr/>
          <p:nvPr/>
        </p:nvSpPr>
        <p:spPr>
          <a:xfrm>
            <a:off x="6284890" y="4775915"/>
            <a:ext cx="4919730" cy="157122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7200" dirty="0">
                <a:solidFill>
                  <a:schemeClr val="tx1">
                    <a:lumMod val="50000"/>
                  </a:schemeClr>
                </a:solidFill>
              </a:rPr>
              <a:t>D) </a:t>
            </a:r>
            <a:r>
              <a:rPr lang="en-US" sz="7200" b="1" dirty="0">
                <a:solidFill>
                  <a:schemeClr val="bg1"/>
                </a:solidFill>
              </a:rPr>
              <a:t>LAST</a:t>
            </a:r>
          </a:p>
        </p:txBody>
      </p:sp>
      <p:sp>
        <p:nvSpPr>
          <p:cNvPr id="8" name="ANSWER C"/>
          <p:cNvSpPr/>
          <p:nvPr/>
        </p:nvSpPr>
        <p:spPr>
          <a:xfrm>
            <a:off x="811369" y="4775915"/>
            <a:ext cx="4919730" cy="157122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7200" dirty="0">
                <a:solidFill>
                  <a:schemeClr val="tx1">
                    <a:lumMod val="50000"/>
                  </a:schemeClr>
                </a:solidFill>
              </a:rPr>
              <a:t>C) </a:t>
            </a:r>
            <a:r>
              <a:rPr lang="en-US" sz="7200" b="1" dirty="0">
                <a:solidFill>
                  <a:schemeClr val="bg1"/>
                </a:solidFill>
              </a:rPr>
              <a:t>ON</a:t>
            </a:r>
          </a:p>
        </p:txBody>
      </p:sp>
    </p:spTree>
    <p:extLst>
      <p:ext uri="{BB962C8B-B14F-4D97-AF65-F5344CB8AC3E}">
        <p14:creationId xmlns:p14="http://schemas.microsoft.com/office/powerpoint/2010/main" val="2826812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2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811369" y="450761"/>
            <a:ext cx="10393251" cy="122349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What are you doing </a:t>
            </a:r>
            <a:r>
              <a:rPr lang="ja-JP" altLang="en-US" sz="4000" b="1" dirty="0">
                <a:solidFill>
                  <a:schemeClr val="bg1"/>
                </a:solidFill>
              </a:rPr>
              <a:t>＿＿＿＿＿</a:t>
            </a:r>
            <a:r>
              <a:rPr lang="en-US" sz="4000" b="1" dirty="0">
                <a:solidFill>
                  <a:schemeClr val="bg1"/>
                </a:solidFill>
              </a:rPr>
              <a:t> January 23</a:t>
            </a:r>
            <a:r>
              <a:rPr lang="en-US" sz="4000" b="1" baseline="30000" dirty="0">
                <a:solidFill>
                  <a:schemeClr val="bg1"/>
                </a:solidFill>
              </a:rPr>
              <a:t>rd</a:t>
            </a:r>
            <a:r>
              <a:rPr lang="en-US" sz="40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5" name="ANSWER A"/>
          <p:cNvSpPr/>
          <p:nvPr/>
        </p:nvSpPr>
        <p:spPr>
          <a:xfrm>
            <a:off x="811369" y="2987898"/>
            <a:ext cx="4919730" cy="157122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7200" dirty="0">
                <a:solidFill>
                  <a:schemeClr val="tx1">
                    <a:lumMod val="50000"/>
                  </a:schemeClr>
                </a:solidFill>
              </a:rPr>
              <a:t>A) </a:t>
            </a:r>
            <a:r>
              <a:rPr lang="en-US" sz="7200" b="1" dirty="0">
                <a:solidFill>
                  <a:schemeClr val="bg1"/>
                </a:solidFill>
              </a:rPr>
              <a:t>AT</a:t>
            </a:r>
          </a:p>
        </p:txBody>
      </p:sp>
      <p:sp>
        <p:nvSpPr>
          <p:cNvPr id="6" name="ANSWER B"/>
          <p:cNvSpPr/>
          <p:nvPr/>
        </p:nvSpPr>
        <p:spPr>
          <a:xfrm>
            <a:off x="6284890" y="2987898"/>
            <a:ext cx="4919730" cy="157122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7200" dirty="0">
                <a:solidFill>
                  <a:schemeClr val="tx1">
                    <a:lumMod val="50000"/>
                  </a:schemeClr>
                </a:solidFill>
              </a:rPr>
              <a:t>B) </a:t>
            </a:r>
            <a:r>
              <a:rPr lang="en-US" sz="7200" b="1" dirty="0">
                <a:solidFill>
                  <a:schemeClr val="bg1"/>
                </a:solidFill>
              </a:rPr>
              <a:t>IN</a:t>
            </a:r>
          </a:p>
        </p:txBody>
      </p:sp>
      <p:sp>
        <p:nvSpPr>
          <p:cNvPr id="7" name="ANSWER D"/>
          <p:cNvSpPr/>
          <p:nvPr/>
        </p:nvSpPr>
        <p:spPr>
          <a:xfrm>
            <a:off x="6284890" y="4775915"/>
            <a:ext cx="4919730" cy="157122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7200" dirty="0">
                <a:solidFill>
                  <a:schemeClr val="tx1">
                    <a:lumMod val="50000"/>
                  </a:schemeClr>
                </a:solidFill>
              </a:rPr>
              <a:t>D) </a:t>
            </a:r>
            <a:r>
              <a:rPr lang="en-US" sz="7200" b="1" dirty="0">
                <a:solidFill>
                  <a:schemeClr val="bg1"/>
                </a:solidFill>
              </a:rPr>
              <a:t>LAST</a:t>
            </a:r>
          </a:p>
        </p:txBody>
      </p:sp>
      <p:sp>
        <p:nvSpPr>
          <p:cNvPr id="8" name="ANSWER C"/>
          <p:cNvSpPr/>
          <p:nvPr/>
        </p:nvSpPr>
        <p:spPr>
          <a:xfrm>
            <a:off x="811369" y="4775915"/>
            <a:ext cx="4919730" cy="157122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7200" dirty="0">
                <a:solidFill>
                  <a:schemeClr val="tx1">
                    <a:lumMod val="50000"/>
                  </a:schemeClr>
                </a:solidFill>
              </a:rPr>
              <a:t>C) </a:t>
            </a:r>
            <a:r>
              <a:rPr lang="en-US" sz="7200" b="1" dirty="0">
                <a:solidFill>
                  <a:schemeClr val="bg1"/>
                </a:solidFill>
              </a:rPr>
              <a:t>ON</a:t>
            </a:r>
          </a:p>
        </p:txBody>
      </p:sp>
    </p:spTree>
    <p:extLst>
      <p:ext uri="{BB962C8B-B14F-4D97-AF65-F5344CB8AC3E}">
        <p14:creationId xmlns:p14="http://schemas.microsoft.com/office/powerpoint/2010/main" val="3424323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2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811369" y="450761"/>
            <a:ext cx="10393251" cy="122349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What are you doing </a:t>
            </a:r>
            <a:r>
              <a:rPr lang="ja-JP" altLang="en-US" sz="4000" b="1" dirty="0">
                <a:solidFill>
                  <a:schemeClr val="bg1"/>
                </a:solidFill>
              </a:rPr>
              <a:t>＿＿＿＿＿</a:t>
            </a:r>
            <a:r>
              <a:rPr lang="en-US" sz="4000" b="1" dirty="0">
                <a:solidFill>
                  <a:schemeClr val="bg1"/>
                </a:solidFill>
              </a:rPr>
              <a:t> January 23</a:t>
            </a:r>
            <a:r>
              <a:rPr lang="en-US" sz="4000" b="1" baseline="30000" dirty="0">
                <a:solidFill>
                  <a:schemeClr val="bg1"/>
                </a:solidFill>
              </a:rPr>
              <a:t>rd</a:t>
            </a:r>
            <a:r>
              <a:rPr lang="en-US" sz="40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5" name="ANSWER A"/>
          <p:cNvSpPr/>
          <p:nvPr/>
        </p:nvSpPr>
        <p:spPr>
          <a:xfrm>
            <a:off x="811369" y="2987898"/>
            <a:ext cx="4919730" cy="157122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7200" dirty="0">
                <a:solidFill>
                  <a:schemeClr val="tx1">
                    <a:lumMod val="50000"/>
                  </a:schemeClr>
                </a:solidFill>
              </a:rPr>
              <a:t>A) </a:t>
            </a:r>
            <a:r>
              <a:rPr lang="en-US" sz="7200" b="1" dirty="0">
                <a:solidFill>
                  <a:schemeClr val="bg1"/>
                </a:solidFill>
              </a:rPr>
              <a:t>AT</a:t>
            </a:r>
          </a:p>
        </p:txBody>
      </p:sp>
      <p:sp>
        <p:nvSpPr>
          <p:cNvPr id="6" name="ANSWER B"/>
          <p:cNvSpPr/>
          <p:nvPr/>
        </p:nvSpPr>
        <p:spPr>
          <a:xfrm>
            <a:off x="6284890" y="2987898"/>
            <a:ext cx="4919730" cy="157122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7200" dirty="0">
                <a:solidFill>
                  <a:schemeClr val="tx1">
                    <a:lumMod val="50000"/>
                  </a:schemeClr>
                </a:solidFill>
              </a:rPr>
              <a:t>B) </a:t>
            </a:r>
            <a:r>
              <a:rPr lang="en-US" sz="7200" b="1" dirty="0">
                <a:solidFill>
                  <a:schemeClr val="bg1"/>
                </a:solidFill>
              </a:rPr>
              <a:t>IN</a:t>
            </a:r>
          </a:p>
        </p:txBody>
      </p:sp>
      <p:sp>
        <p:nvSpPr>
          <p:cNvPr id="7" name="ANSWER D"/>
          <p:cNvSpPr/>
          <p:nvPr/>
        </p:nvSpPr>
        <p:spPr>
          <a:xfrm>
            <a:off x="6284890" y="4775915"/>
            <a:ext cx="4919730" cy="157122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7200" dirty="0">
                <a:solidFill>
                  <a:schemeClr val="tx1">
                    <a:lumMod val="50000"/>
                  </a:schemeClr>
                </a:solidFill>
              </a:rPr>
              <a:t>D) </a:t>
            </a:r>
            <a:r>
              <a:rPr lang="en-US" sz="7200" b="1" dirty="0">
                <a:solidFill>
                  <a:schemeClr val="bg1"/>
                </a:solidFill>
              </a:rPr>
              <a:t>LAST</a:t>
            </a:r>
          </a:p>
        </p:txBody>
      </p:sp>
      <p:sp>
        <p:nvSpPr>
          <p:cNvPr id="8" name="ANSWER C"/>
          <p:cNvSpPr/>
          <p:nvPr/>
        </p:nvSpPr>
        <p:spPr>
          <a:xfrm>
            <a:off x="811369" y="4775915"/>
            <a:ext cx="4919730" cy="157122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7200" dirty="0">
                <a:solidFill>
                  <a:schemeClr val="tx1">
                    <a:lumMod val="50000"/>
                  </a:schemeClr>
                </a:solidFill>
              </a:rPr>
              <a:t>C) </a:t>
            </a:r>
            <a:r>
              <a:rPr lang="en-US" sz="7200" b="1" dirty="0">
                <a:solidFill>
                  <a:schemeClr val="bg1"/>
                </a:solidFill>
              </a:rPr>
              <a:t>ON</a:t>
            </a:r>
          </a:p>
        </p:txBody>
      </p:sp>
    </p:spTree>
    <p:extLst>
      <p:ext uri="{BB962C8B-B14F-4D97-AF65-F5344CB8AC3E}">
        <p14:creationId xmlns:p14="http://schemas.microsoft.com/office/powerpoint/2010/main" val="1281517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2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811369" y="450761"/>
            <a:ext cx="10393251" cy="122349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What are you doing </a:t>
            </a:r>
            <a:r>
              <a:rPr lang="ja-JP" altLang="en-US" sz="4000" b="1" dirty="0">
                <a:solidFill>
                  <a:schemeClr val="bg1"/>
                </a:solidFill>
              </a:rPr>
              <a:t>＿＿＿＿＿</a:t>
            </a:r>
            <a:r>
              <a:rPr lang="en-US" sz="4000" b="1" dirty="0">
                <a:solidFill>
                  <a:schemeClr val="bg1"/>
                </a:solidFill>
              </a:rPr>
              <a:t> January 23</a:t>
            </a:r>
            <a:r>
              <a:rPr lang="en-US" sz="4000" b="1" baseline="30000" dirty="0">
                <a:solidFill>
                  <a:schemeClr val="bg1"/>
                </a:solidFill>
              </a:rPr>
              <a:t>rd</a:t>
            </a:r>
            <a:r>
              <a:rPr lang="en-US" sz="40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5" name="ANSWER A"/>
          <p:cNvSpPr/>
          <p:nvPr/>
        </p:nvSpPr>
        <p:spPr>
          <a:xfrm>
            <a:off x="811369" y="2987898"/>
            <a:ext cx="4919730" cy="157122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7200" dirty="0">
                <a:solidFill>
                  <a:schemeClr val="tx1">
                    <a:lumMod val="50000"/>
                  </a:schemeClr>
                </a:solidFill>
              </a:rPr>
              <a:t>A) </a:t>
            </a:r>
            <a:r>
              <a:rPr lang="en-US" sz="7200" b="1" dirty="0">
                <a:solidFill>
                  <a:schemeClr val="bg1"/>
                </a:solidFill>
              </a:rPr>
              <a:t>AT</a:t>
            </a:r>
          </a:p>
        </p:txBody>
      </p:sp>
      <p:sp>
        <p:nvSpPr>
          <p:cNvPr id="6" name="ANSWER B"/>
          <p:cNvSpPr/>
          <p:nvPr/>
        </p:nvSpPr>
        <p:spPr>
          <a:xfrm>
            <a:off x="6284890" y="2987898"/>
            <a:ext cx="4919730" cy="157122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7200" dirty="0">
                <a:solidFill>
                  <a:schemeClr val="tx1">
                    <a:lumMod val="50000"/>
                  </a:schemeClr>
                </a:solidFill>
              </a:rPr>
              <a:t>B) </a:t>
            </a:r>
            <a:r>
              <a:rPr lang="en-US" sz="7200" b="1" dirty="0">
                <a:solidFill>
                  <a:schemeClr val="bg1"/>
                </a:solidFill>
              </a:rPr>
              <a:t>IN</a:t>
            </a:r>
          </a:p>
        </p:txBody>
      </p:sp>
      <p:sp>
        <p:nvSpPr>
          <p:cNvPr id="7" name="ANSWER D"/>
          <p:cNvSpPr/>
          <p:nvPr/>
        </p:nvSpPr>
        <p:spPr>
          <a:xfrm>
            <a:off x="6284890" y="4775915"/>
            <a:ext cx="4919730" cy="157122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7200" dirty="0">
                <a:solidFill>
                  <a:schemeClr val="tx1">
                    <a:lumMod val="50000"/>
                  </a:schemeClr>
                </a:solidFill>
              </a:rPr>
              <a:t>D) </a:t>
            </a:r>
            <a:r>
              <a:rPr lang="en-US" sz="7200" b="1" dirty="0">
                <a:solidFill>
                  <a:schemeClr val="bg1"/>
                </a:solidFill>
              </a:rPr>
              <a:t>LAST</a:t>
            </a:r>
          </a:p>
        </p:txBody>
      </p:sp>
      <p:sp>
        <p:nvSpPr>
          <p:cNvPr id="8" name="ANSWER C"/>
          <p:cNvSpPr/>
          <p:nvPr/>
        </p:nvSpPr>
        <p:spPr>
          <a:xfrm>
            <a:off x="811369" y="4775915"/>
            <a:ext cx="4919730" cy="157122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7200" dirty="0">
                <a:solidFill>
                  <a:schemeClr val="tx1">
                    <a:lumMod val="50000"/>
                  </a:schemeClr>
                </a:solidFill>
              </a:rPr>
              <a:t>C) </a:t>
            </a:r>
            <a:r>
              <a:rPr lang="en-US" sz="7200" b="1" dirty="0">
                <a:solidFill>
                  <a:schemeClr val="bg1"/>
                </a:solidFill>
              </a:rPr>
              <a:t>ON</a:t>
            </a:r>
          </a:p>
        </p:txBody>
      </p:sp>
    </p:spTree>
    <p:extLst>
      <p:ext uri="{BB962C8B-B14F-4D97-AF65-F5344CB8AC3E}">
        <p14:creationId xmlns:p14="http://schemas.microsoft.com/office/powerpoint/2010/main" val="1079427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2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320</TotalTime>
  <Words>96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Guest</dc:creator>
  <cp:lastModifiedBy>MR.Mohamed Hamed</cp:lastModifiedBy>
  <cp:revision>10</cp:revision>
  <dcterms:created xsi:type="dcterms:W3CDTF">2014-09-27T04:24:48Z</dcterms:created>
  <dcterms:modified xsi:type="dcterms:W3CDTF">2020-10-25T23:39:59Z</dcterms:modified>
</cp:coreProperties>
</file>