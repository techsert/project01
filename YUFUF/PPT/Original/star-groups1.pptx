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9C10"/>
    <a:srgbClr val="CC9900"/>
    <a:srgbClr val="2E53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3" autoAdjust="0"/>
    <p:restoredTop sz="95871" autoAdjust="0"/>
  </p:normalViewPr>
  <p:slideViewPr>
    <p:cSldViewPr snapToGrid="0">
      <p:cViewPr varScale="1">
        <p:scale>
          <a:sx n="67" d="100"/>
          <a:sy n="67" d="100"/>
        </p:scale>
        <p:origin x="5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3A9977-9B10-4169-97A2-EA519924E3EB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6A417A-2FF1-45A5-A1AC-B902A89247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5123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on sound effect recorded by Mike Koenig and available from http://soundbible.com/1280-Click-On.html under a Creative Common Attribution 3.0 license.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6A417A-2FF1-45A5-A1AC-B902A89247D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8153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A0475-8CD3-4D9B-8807-1D5720C053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51FD9B-8506-4874-A384-4CAA0E36A9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649B9-63DE-4656-88AF-19D2CC5DF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68AE-7EC2-45A1-B00B-419D357EB16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BA981-A6E1-4C31-BE6A-B8D70D55F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5ACA6-E85B-4E3C-B4AA-BA32F6954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1E83E-E2A9-4991-A76D-20A95677BB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5148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75579-9A8E-4759-9BEB-6FC3F0304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221C9-AE5F-4E2C-9331-0C2A77054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5A29E-B0B4-4FF5-8E92-387CD3D1F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68AE-7EC2-45A1-B00B-419D357EB16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32A04-71F3-4DBF-AC6C-ED850A9A9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571CC-1570-4541-9D08-DFF25DA9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1E83E-E2A9-4991-A76D-20A95677BB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990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2AFFE-D956-45D2-B0B0-27C099A76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8EB243-A9D7-4A43-B981-76053DF4A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CBFD7-90E6-44A2-9164-57B3E8AD2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68AE-7EC2-45A1-B00B-419D357EB16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CE8BA-E8CB-4181-A8EB-1B0E2DDD5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385BA-383D-4793-9B9C-735ADDB95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1E83E-E2A9-4991-A76D-20A95677BB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3679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5807D-7F56-4A93-85EC-866FDC422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79EBA-3891-4582-89ED-88D2AFF58F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B13E42-1E04-494F-8C3F-CA1993CE6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504A7C-92BD-4081-974F-CDC479991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68AE-7EC2-45A1-B00B-419D357EB16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58F08-EAE4-419F-9CA1-89491AA7E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BCF09F-41B7-4881-9756-E4191E94F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1E83E-E2A9-4991-A76D-20A95677BB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7905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34097-DE48-4857-A9BF-F89C77B07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877CE5-81DC-4EE2-835B-0E631F37C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E4346D-8C5A-4901-87B5-9EF27CF98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11FBCD-0CAF-4EF3-A966-0B8ED7888C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A952B7-7E1B-442F-9601-D76E677435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F89E6C-40A9-4483-8042-C73BA07A0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68AE-7EC2-45A1-B00B-419D357EB16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69DF6E-E669-4415-8C73-4A33758E5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C02B35-7B14-421E-BC83-56E50B720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1E83E-E2A9-4991-A76D-20A95677BB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755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6980F-89E6-43FA-AE9A-CA592D60E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24119F-174F-4896-899C-2B71AAEEF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68AE-7EC2-45A1-B00B-419D357EB16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840E89-9D9E-4CAC-9417-CC365BD4C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7AB3D-FF27-4972-BDF2-5C283C429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1E83E-E2A9-4991-A76D-20A95677BB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8295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64D7AA-6549-4F28-9DC6-BA01CA04E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68AE-7EC2-45A1-B00B-419D357EB16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42E758-804A-4F83-ACFC-894EE9C10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34E72-0FE4-4971-949B-36657349D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1E83E-E2A9-4991-A76D-20A95677BB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8366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B12AA-C27E-47B0-8339-A55574EAD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92A44-2012-475B-97A4-D2C6672F9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50880-152D-4CA9-B639-7A09C25938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34EE8-C123-4589-94ED-9B76E2789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68AE-7EC2-45A1-B00B-419D357EB16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ABCCC-C309-448F-BF84-35DE724A3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5B241A-4D00-4765-A7C2-10A4A0ED9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1E83E-E2A9-4991-A76D-20A95677BB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972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15909-E71E-46DC-A85C-44088FB58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550751-B9C4-407E-AAF3-3E43865E5F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0C6465-B52B-492A-84E2-6B7C897EA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7C52DD-6CF5-48FF-8486-E1BF0CB92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68AE-7EC2-45A1-B00B-419D357EB16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FB24D7-B1F9-4E98-B751-EB1D8A2B8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02418-88B7-4F24-85EB-1D0EFA98B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1E83E-E2A9-4991-A76D-20A95677BB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4292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4E9C6-CC28-4AF2-87B0-1324C9139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BC50FD-6FDB-4DE2-811D-1C5BC5416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0DE97-6F88-41B6-B00D-3C6ACF808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68AE-7EC2-45A1-B00B-419D357EB16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D5567-DDDB-4177-ABDA-A5C2F3F56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2BDD2-9D1D-4B83-844F-89D326BA2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1E83E-E2A9-4991-A76D-20A95677BB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0523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1A9E5C-894D-4C8E-8EAF-5DF1E8204F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65934-3E85-4258-9C55-276C0BAE5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791BF-00C6-457D-A669-8F0BF8B4F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968AE-7EC2-45A1-B00B-419D357EB16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BED27-4273-407B-93E0-65AEAADC7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C3638-9E9A-4DA7-A3FE-65BB08B55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1E83E-E2A9-4991-A76D-20A95677BB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0185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98EFE9-528A-4BBD-840B-DD2BA70C6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747EA9-3D96-4C51-9110-B8485FFA5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AE21F-2934-4E97-BDC7-59AEE54D11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968AE-7EC2-45A1-B00B-419D357EB16D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277CB-F2D0-429E-AB75-794D67427A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7415F-C46D-46A4-920C-BB71F0B82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71E83E-E2A9-4991-A76D-20A95677BB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0059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89000"/>
              </a:schemeClr>
            </a:gs>
            <a:gs pos="97000">
              <a:schemeClr val="accent1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6FB22589-ABA8-4C71-85CF-E1C2AD16C4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171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Question Bar">
            <a:extLst>
              <a:ext uri="{FF2B5EF4-FFF2-40B4-BE49-F238E27FC236}">
                <a16:creationId xmlns:a16="http://schemas.microsoft.com/office/drawing/2014/main" id="{63922862-C5A2-406C-BCD2-B070BA562BCF}"/>
              </a:ext>
            </a:extLst>
          </p:cNvPr>
          <p:cNvGrpSpPr/>
          <p:nvPr/>
        </p:nvGrpSpPr>
        <p:grpSpPr>
          <a:xfrm>
            <a:off x="0" y="32528"/>
            <a:ext cx="12182400" cy="6798365"/>
            <a:chOff x="0" y="0"/>
            <a:chExt cx="12192000" cy="6830764"/>
          </a:xfrm>
        </p:grpSpPr>
        <p:sp>
          <p:nvSpPr>
            <p:cNvPr id="48" name="BG">
              <a:extLst>
                <a:ext uri="{FF2B5EF4-FFF2-40B4-BE49-F238E27FC236}">
                  <a16:creationId xmlns:a16="http://schemas.microsoft.com/office/drawing/2014/main" id="{824C825E-1CAA-4D0D-ACC3-7C6721C8F858}"/>
                </a:ext>
              </a:extLst>
            </p:cNvPr>
            <p:cNvSpPr/>
            <p:nvPr/>
          </p:nvSpPr>
          <p:spPr>
            <a:xfrm>
              <a:off x="0" y="0"/>
              <a:ext cx="12192000" cy="6830764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Text Box">
              <a:extLst>
                <a:ext uri="{FF2B5EF4-FFF2-40B4-BE49-F238E27FC236}">
                  <a16:creationId xmlns:a16="http://schemas.microsoft.com/office/drawing/2014/main" id="{CBEFE2FC-0422-440C-8AA0-E95EE74FBB6A}"/>
                </a:ext>
              </a:extLst>
            </p:cNvPr>
            <p:cNvSpPr/>
            <p:nvPr/>
          </p:nvSpPr>
          <p:spPr>
            <a:xfrm>
              <a:off x="122322" y="5515390"/>
              <a:ext cx="11947356" cy="1227221"/>
            </a:xfrm>
            <a:prstGeom prst="roundRect">
              <a:avLst/>
            </a:prstGeom>
            <a:gradFill flip="none" rotWithShape="1">
              <a:gsLst>
                <a:gs pos="0">
                  <a:schemeClr val="accent4">
                    <a:lumMod val="89000"/>
                  </a:schemeClr>
                </a:gs>
                <a:gs pos="23000">
                  <a:schemeClr val="accent4">
                    <a:lumMod val="89000"/>
                  </a:schemeClr>
                </a:gs>
                <a:gs pos="69000">
                  <a:schemeClr val="accent4">
                    <a:lumMod val="75000"/>
                  </a:schemeClr>
                </a:gs>
                <a:gs pos="97000">
                  <a:schemeClr val="accent4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rmAutofit/>
            </a:bodyPr>
            <a:lstStyle/>
            <a:p>
              <a:pPr algn="ctr">
                <a:tabLst>
                  <a:tab pos="3224213" algn="l"/>
                </a:tabLst>
              </a:pPr>
              <a:r>
                <a:rPr lang="ar-EG" sz="4400" dirty="0">
                  <a:solidFill>
                    <a:srgbClr val="002060"/>
                  </a:solidFill>
                  <a:latin typeface="Arial Black" panose="020B0A04020102020204" pitchFamily="34" charset="0"/>
                </a:rPr>
                <a:t>أي من الكلمات السابقة تعتبر احدي كواكب المجموعة الشمسية</a:t>
              </a:r>
              <a:endParaRPr lang="en-GB" sz="4400" dirty="0">
                <a:solidFill>
                  <a:srgbClr val="002060"/>
                </a:solidFill>
                <a:latin typeface="Arial Black" panose="020B0A04020102020204" pitchFamily="34" charset="0"/>
              </a:endParaRPr>
            </a:p>
          </p:txBody>
        </p:sp>
      </p:grpSp>
      <p:pic>
        <p:nvPicPr>
          <p:cNvPr id="86" name="Cross 7">
            <a:extLst>
              <a:ext uri="{FF2B5EF4-FFF2-40B4-BE49-F238E27FC236}">
                <a16:creationId xmlns:a16="http://schemas.microsoft.com/office/drawing/2014/main" id="{2F5F4F9A-86A5-4BBC-823F-8D7864B7713D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9031" y="3600000"/>
            <a:ext cx="3024000" cy="1800000"/>
          </a:xfrm>
          <a:prstGeom prst="rect">
            <a:avLst/>
          </a:prstGeom>
        </p:spPr>
      </p:pic>
      <p:pic>
        <p:nvPicPr>
          <p:cNvPr id="47" name="Cross 6">
            <a:extLst>
              <a:ext uri="{FF2B5EF4-FFF2-40B4-BE49-F238E27FC236}">
                <a16:creationId xmlns:a16="http://schemas.microsoft.com/office/drawing/2014/main" id="{DC7AF75F-0788-47A3-A6C0-A971347D1B88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8800" y="3600000"/>
            <a:ext cx="3024000" cy="1800000"/>
          </a:xfrm>
          <a:prstGeom prst="rect">
            <a:avLst/>
          </a:prstGeom>
        </p:spPr>
      </p:pic>
      <p:pic>
        <p:nvPicPr>
          <p:cNvPr id="46" name="Cross 5">
            <a:extLst>
              <a:ext uri="{FF2B5EF4-FFF2-40B4-BE49-F238E27FC236}">
                <a16:creationId xmlns:a16="http://schemas.microsoft.com/office/drawing/2014/main" id="{17D94E44-C1BC-4E27-A2D1-095646EF8881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5600" y="3600000"/>
            <a:ext cx="3024000" cy="1800000"/>
          </a:xfrm>
          <a:prstGeom prst="rect">
            <a:avLst/>
          </a:prstGeom>
        </p:spPr>
      </p:pic>
      <p:pic>
        <p:nvPicPr>
          <p:cNvPr id="43" name="Cross 4">
            <a:extLst>
              <a:ext uri="{FF2B5EF4-FFF2-40B4-BE49-F238E27FC236}">
                <a16:creationId xmlns:a16="http://schemas.microsoft.com/office/drawing/2014/main" id="{6D5B19C1-AB57-45D5-8902-CD1FA50E2689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8800" y="1800000"/>
            <a:ext cx="3024000" cy="1800000"/>
          </a:xfrm>
          <a:prstGeom prst="rect">
            <a:avLst/>
          </a:prstGeom>
        </p:spPr>
      </p:pic>
      <p:pic>
        <p:nvPicPr>
          <p:cNvPr id="42" name="Cross 3">
            <a:extLst>
              <a:ext uri="{FF2B5EF4-FFF2-40B4-BE49-F238E27FC236}">
                <a16:creationId xmlns:a16="http://schemas.microsoft.com/office/drawing/2014/main" id="{F407A672-7377-4E4B-8B3B-9FB003806669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0" y="1800000"/>
            <a:ext cx="3024000" cy="1800000"/>
          </a:xfrm>
          <a:prstGeom prst="rect">
            <a:avLst/>
          </a:prstGeom>
        </p:spPr>
      </p:pic>
      <p:pic>
        <p:nvPicPr>
          <p:cNvPr id="38" name="Cross 2">
            <a:extLst>
              <a:ext uri="{FF2B5EF4-FFF2-40B4-BE49-F238E27FC236}">
                <a16:creationId xmlns:a16="http://schemas.microsoft.com/office/drawing/2014/main" id="{989707FC-9156-4E74-BDE3-78C85F9B9796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8800" y="0"/>
            <a:ext cx="3024000" cy="1800000"/>
          </a:xfrm>
          <a:prstGeom prst="rect">
            <a:avLst/>
          </a:prstGeom>
        </p:spPr>
      </p:pic>
      <p:pic>
        <p:nvPicPr>
          <p:cNvPr id="35" name="Cross 1">
            <a:extLst>
              <a:ext uri="{FF2B5EF4-FFF2-40B4-BE49-F238E27FC236}">
                <a16:creationId xmlns:a16="http://schemas.microsoft.com/office/drawing/2014/main" id="{B7051150-F419-4EE5-A835-B272F9CA2CC9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400" y="0"/>
            <a:ext cx="3024000" cy="1800000"/>
          </a:xfrm>
          <a:prstGeom prst="rect">
            <a:avLst/>
          </a:prstGeom>
        </p:spPr>
      </p:pic>
      <p:pic>
        <p:nvPicPr>
          <p:cNvPr id="44" name="Star 5">
            <a:extLst>
              <a:ext uri="{FF2B5EF4-FFF2-40B4-BE49-F238E27FC236}">
                <a16:creationId xmlns:a16="http://schemas.microsoft.com/office/drawing/2014/main" id="{5F78AFE0-3206-46FA-8F81-D4B09F50EDD0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0" y="3600000"/>
            <a:ext cx="3024000" cy="1800000"/>
          </a:xfrm>
          <a:prstGeom prst="rect">
            <a:avLst/>
          </a:prstGeom>
        </p:spPr>
      </p:pic>
      <p:pic>
        <p:nvPicPr>
          <p:cNvPr id="41" name="Star 4">
            <a:extLst>
              <a:ext uri="{FF2B5EF4-FFF2-40B4-BE49-F238E27FC236}">
                <a16:creationId xmlns:a16="http://schemas.microsoft.com/office/drawing/2014/main" id="{19B06CBD-2D54-4BBF-AD32-2E83427C96A5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5600" y="1800000"/>
            <a:ext cx="3024000" cy="1800000"/>
          </a:xfrm>
          <a:prstGeom prst="rect">
            <a:avLst/>
          </a:prstGeom>
        </p:spPr>
      </p:pic>
      <p:pic>
        <p:nvPicPr>
          <p:cNvPr id="40" name="Star 3">
            <a:extLst>
              <a:ext uri="{FF2B5EF4-FFF2-40B4-BE49-F238E27FC236}">
                <a16:creationId xmlns:a16="http://schemas.microsoft.com/office/drawing/2014/main" id="{FA39FA77-3F80-44BC-8696-8B2357E0F75E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400" y="1800000"/>
            <a:ext cx="3024000" cy="1800000"/>
          </a:xfrm>
          <a:prstGeom prst="rect">
            <a:avLst/>
          </a:prstGeom>
        </p:spPr>
      </p:pic>
      <p:pic>
        <p:nvPicPr>
          <p:cNvPr id="39" name="Star 2">
            <a:extLst>
              <a:ext uri="{FF2B5EF4-FFF2-40B4-BE49-F238E27FC236}">
                <a16:creationId xmlns:a16="http://schemas.microsoft.com/office/drawing/2014/main" id="{1635EF33-9F8E-4B2E-83F2-D9EBF91CB9AC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5600" y="0"/>
            <a:ext cx="3024000" cy="1800000"/>
          </a:xfrm>
          <a:prstGeom prst="rect">
            <a:avLst/>
          </a:prstGeom>
        </p:spPr>
      </p:pic>
      <p:pic>
        <p:nvPicPr>
          <p:cNvPr id="37" name="Star 1">
            <a:extLst>
              <a:ext uri="{FF2B5EF4-FFF2-40B4-BE49-F238E27FC236}">
                <a16:creationId xmlns:a16="http://schemas.microsoft.com/office/drawing/2014/main" id="{4E4FC6DE-96F5-48D8-ADD1-5A13681F0156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0" y="0"/>
            <a:ext cx="3024000" cy="1800000"/>
          </a:xfrm>
          <a:prstGeom prst="rect">
            <a:avLst/>
          </a:prstGeom>
        </p:spPr>
      </p:pic>
      <p:sp>
        <p:nvSpPr>
          <p:cNvPr id="63" name="Word 12">
            <a:extLst>
              <a:ext uri="{FF2B5EF4-FFF2-40B4-BE49-F238E27FC236}">
                <a16:creationId xmlns:a16="http://schemas.microsoft.com/office/drawing/2014/main" id="{CC58D2AA-9EF8-490C-9A42-D531E91FCFCE}"/>
              </a:ext>
            </a:extLst>
          </p:cNvPr>
          <p:cNvSpPr/>
          <p:nvPr/>
        </p:nvSpPr>
        <p:spPr>
          <a:xfrm>
            <a:off x="9148800" y="3600000"/>
            <a:ext cx="3024000" cy="1800000"/>
          </a:xfrm>
          <a:prstGeom prst="rect">
            <a:avLst/>
          </a:prstGeom>
          <a:gradFill>
            <a:gsLst>
              <a:gs pos="0">
                <a:schemeClr val="accent1">
                  <a:lumMod val="89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ln w="19050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3200" dirty="0">
                <a:latin typeface="Arial Black" panose="020B0A04020102020204" pitchFamily="34" charset="0"/>
              </a:rPr>
              <a:t>القمر</a:t>
            </a:r>
            <a:endParaRPr lang="en-GB" sz="3200" dirty="0">
              <a:latin typeface="Arial Black" panose="020B0A04020102020204" pitchFamily="34" charset="0"/>
            </a:endParaRPr>
          </a:p>
        </p:txBody>
      </p:sp>
      <p:sp>
        <p:nvSpPr>
          <p:cNvPr id="62" name="Word 11">
            <a:extLst>
              <a:ext uri="{FF2B5EF4-FFF2-40B4-BE49-F238E27FC236}">
                <a16:creationId xmlns:a16="http://schemas.microsoft.com/office/drawing/2014/main" id="{73567ED9-2DD2-40AD-8644-72825AD59651}"/>
              </a:ext>
            </a:extLst>
          </p:cNvPr>
          <p:cNvSpPr/>
          <p:nvPr/>
        </p:nvSpPr>
        <p:spPr>
          <a:xfrm>
            <a:off x="6105600" y="3600000"/>
            <a:ext cx="3024000" cy="1800000"/>
          </a:xfrm>
          <a:prstGeom prst="rect">
            <a:avLst/>
          </a:prstGeom>
          <a:gradFill>
            <a:gsLst>
              <a:gs pos="0">
                <a:schemeClr val="accent1">
                  <a:lumMod val="89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ln w="19050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3200" dirty="0">
                <a:latin typeface="Arial Black" panose="020B0A04020102020204" pitchFamily="34" charset="0"/>
              </a:rPr>
              <a:t>الصخور</a:t>
            </a:r>
            <a:endParaRPr lang="en-GB" sz="3200" dirty="0">
              <a:latin typeface="Arial Black" panose="020B0A04020102020204" pitchFamily="34" charset="0"/>
            </a:endParaRPr>
          </a:p>
        </p:txBody>
      </p:sp>
      <p:sp>
        <p:nvSpPr>
          <p:cNvPr id="61" name="Word 10">
            <a:extLst>
              <a:ext uri="{FF2B5EF4-FFF2-40B4-BE49-F238E27FC236}">
                <a16:creationId xmlns:a16="http://schemas.microsoft.com/office/drawing/2014/main" id="{99091A7A-35BA-4303-9532-4C568813249F}"/>
              </a:ext>
            </a:extLst>
          </p:cNvPr>
          <p:cNvSpPr/>
          <p:nvPr/>
        </p:nvSpPr>
        <p:spPr>
          <a:xfrm>
            <a:off x="3062400" y="3600000"/>
            <a:ext cx="3024000" cy="1800000"/>
          </a:xfrm>
          <a:prstGeom prst="rect">
            <a:avLst/>
          </a:prstGeom>
          <a:gradFill>
            <a:gsLst>
              <a:gs pos="0">
                <a:schemeClr val="accent1">
                  <a:lumMod val="89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ln w="19050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3200" dirty="0">
                <a:latin typeface="Arial Black" panose="020B0A04020102020204" pitchFamily="34" charset="0"/>
              </a:rPr>
              <a:t>الكويكبات</a:t>
            </a:r>
            <a:endParaRPr lang="en-GB" sz="3200" dirty="0">
              <a:latin typeface="Arial Black" panose="020B0A04020102020204" pitchFamily="34" charset="0"/>
            </a:endParaRPr>
          </a:p>
        </p:txBody>
      </p:sp>
      <p:sp>
        <p:nvSpPr>
          <p:cNvPr id="60" name="Word 9">
            <a:extLst>
              <a:ext uri="{FF2B5EF4-FFF2-40B4-BE49-F238E27FC236}">
                <a16:creationId xmlns:a16="http://schemas.microsoft.com/office/drawing/2014/main" id="{9FE4986E-A31E-43ED-B307-9664FEA41A89}"/>
              </a:ext>
            </a:extLst>
          </p:cNvPr>
          <p:cNvSpPr/>
          <p:nvPr/>
        </p:nvSpPr>
        <p:spPr>
          <a:xfrm>
            <a:off x="19200" y="3600000"/>
            <a:ext cx="3024000" cy="1800000"/>
          </a:xfrm>
          <a:prstGeom prst="rect">
            <a:avLst/>
          </a:prstGeom>
          <a:gradFill>
            <a:gsLst>
              <a:gs pos="0">
                <a:schemeClr val="accent1">
                  <a:lumMod val="89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ln w="19050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3200">
                <a:latin typeface="Arial Black" panose="020B0A04020102020204" pitchFamily="34" charset="0"/>
              </a:rPr>
              <a:t>الأرض</a:t>
            </a:r>
            <a:endParaRPr lang="en-GB" sz="3200" dirty="0">
              <a:latin typeface="Arial Black" panose="020B0A04020102020204" pitchFamily="34" charset="0"/>
            </a:endParaRPr>
          </a:p>
        </p:txBody>
      </p:sp>
      <p:sp>
        <p:nvSpPr>
          <p:cNvPr id="59" name="Word 8">
            <a:extLst>
              <a:ext uri="{FF2B5EF4-FFF2-40B4-BE49-F238E27FC236}">
                <a16:creationId xmlns:a16="http://schemas.microsoft.com/office/drawing/2014/main" id="{2201400D-9EBF-49A9-A5B5-9F02F5FA0591}"/>
              </a:ext>
            </a:extLst>
          </p:cNvPr>
          <p:cNvSpPr/>
          <p:nvPr/>
        </p:nvSpPr>
        <p:spPr>
          <a:xfrm>
            <a:off x="9148800" y="1800000"/>
            <a:ext cx="3024000" cy="1800000"/>
          </a:xfrm>
          <a:prstGeom prst="rect">
            <a:avLst/>
          </a:prstGeom>
          <a:gradFill>
            <a:gsLst>
              <a:gs pos="0">
                <a:schemeClr val="accent1">
                  <a:lumMod val="89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ln w="19050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3200" dirty="0">
                <a:latin typeface="Arial Black" panose="020B0A04020102020204" pitchFamily="34" charset="0"/>
              </a:rPr>
              <a:t>الشمس</a:t>
            </a:r>
            <a:endParaRPr lang="en-GB" sz="3200" dirty="0">
              <a:latin typeface="Arial Black" panose="020B0A04020102020204" pitchFamily="34" charset="0"/>
            </a:endParaRPr>
          </a:p>
        </p:txBody>
      </p:sp>
      <p:sp>
        <p:nvSpPr>
          <p:cNvPr id="58" name="Word 7">
            <a:extLst>
              <a:ext uri="{FF2B5EF4-FFF2-40B4-BE49-F238E27FC236}">
                <a16:creationId xmlns:a16="http://schemas.microsoft.com/office/drawing/2014/main" id="{EE2036E1-4E22-4BAC-809E-34E2D3B28D1B}"/>
              </a:ext>
            </a:extLst>
          </p:cNvPr>
          <p:cNvSpPr/>
          <p:nvPr/>
        </p:nvSpPr>
        <p:spPr>
          <a:xfrm>
            <a:off x="6105600" y="1800000"/>
            <a:ext cx="3024000" cy="1800000"/>
          </a:xfrm>
          <a:prstGeom prst="rect">
            <a:avLst/>
          </a:prstGeom>
          <a:gradFill>
            <a:gsLst>
              <a:gs pos="0">
                <a:schemeClr val="accent1">
                  <a:lumMod val="89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ln w="19050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3200" dirty="0">
                <a:latin typeface="Arial Black" panose="020B0A04020102020204" pitchFamily="34" charset="0"/>
              </a:rPr>
              <a:t>المشتري</a:t>
            </a:r>
            <a:endParaRPr lang="en-GB" sz="3200" dirty="0">
              <a:latin typeface="Arial Black" panose="020B0A04020102020204" pitchFamily="34" charset="0"/>
            </a:endParaRPr>
          </a:p>
        </p:txBody>
      </p:sp>
      <p:sp>
        <p:nvSpPr>
          <p:cNvPr id="57" name="Word 6">
            <a:extLst>
              <a:ext uri="{FF2B5EF4-FFF2-40B4-BE49-F238E27FC236}">
                <a16:creationId xmlns:a16="http://schemas.microsoft.com/office/drawing/2014/main" id="{69500D2B-36A0-4749-B46A-AD1F39BB397D}"/>
              </a:ext>
            </a:extLst>
          </p:cNvPr>
          <p:cNvSpPr/>
          <p:nvPr/>
        </p:nvSpPr>
        <p:spPr>
          <a:xfrm>
            <a:off x="3062400" y="1800000"/>
            <a:ext cx="3024000" cy="1800000"/>
          </a:xfrm>
          <a:prstGeom prst="rect">
            <a:avLst/>
          </a:prstGeom>
          <a:gradFill>
            <a:gsLst>
              <a:gs pos="0">
                <a:schemeClr val="accent1">
                  <a:lumMod val="89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ln w="19050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3200" dirty="0">
                <a:latin typeface="Arial Black" panose="020B0A04020102020204" pitchFamily="34" charset="0"/>
              </a:rPr>
              <a:t>المريخ</a:t>
            </a:r>
            <a:endParaRPr lang="en-GB" sz="3200" dirty="0">
              <a:latin typeface="Arial Black" panose="020B0A04020102020204" pitchFamily="34" charset="0"/>
            </a:endParaRPr>
          </a:p>
        </p:txBody>
      </p:sp>
      <p:sp>
        <p:nvSpPr>
          <p:cNvPr id="56" name="Word 5">
            <a:extLst>
              <a:ext uri="{FF2B5EF4-FFF2-40B4-BE49-F238E27FC236}">
                <a16:creationId xmlns:a16="http://schemas.microsoft.com/office/drawing/2014/main" id="{AFDCC445-7FE4-4C80-A2F1-021CE1A288AB}"/>
              </a:ext>
            </a:extLst>
          </p:cNvPr>
          <p:cNvSpPr/>
          <p:nvPr/>
        </p:nvSpPr>
        <p:spPr>
          <a:xfrm>
            <a:off x="19200" y="1800000"/>
            <a:ext cx="3024000" cy="1800000"/>
          </a:xfrm>
          <a:prstGeom prst="rect">
            <a:avLst/>
          </a:prstGeom>
          <a:gradFill>
            <a:gsLst>
              <a:gs pos="0">
                <a:schemeClr val="accent1">
                  <a:lumMod val="89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ln w="19050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3200" dirty="0">
                <a:latin typeface="Arial Black" panose="020B0A04020102020204" pitchFamily="34" charset="0"/>
              </a:rPr>
              <a:t>المجرات</a:t>
            </a:r>
            <a:endParaRPr lang="en-GB" sz="3200" dirty="0">
              <a:latin typeface="Arial Black" panose="020B0A04020102020204" pitchFamily="34" charset="0"/>
            </a:endParaRPr>
          </a:p>
        </p:txBody>
      </p:sp>
      <p:sp>
        <p:nvSpPr>
          <p:cNvPr id="55" name="Word 4">
            <a:extLst>
              <a:ext uri="{FF2B5EF4-FFF2-40B4-BE49-F238E27FC236}">
                <a16:creationId xmlns:a16="http://schemas.microsoft.com/office/drawing/2014/main" id="{51C0A786-7F19-436D-A707-0DFBA1DEA0B3}"/>
              </a:ext>
            </a:extLst>
          </p:cNvPr>
          <p:cNvSpPr/>
          <p:nvPr/>
        </p:nvSpPr>
        <p:spPr>
          <a:xfrm>
            <a:off x="9148800" y="0"/>
            <a:ext cx="3024000" cy="1800000"/>
          </a:xfrm>
          <a:prstGeom prst="rect">
            <a:avLst/>
          </a:prstGeom>
          <a:gradFill>
            <a:gsLst>
              <a:gs pos="0">
                <a:schemeClr val="accent1">
                  <a:lumMod val="89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ln w="19050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3200" dirty="0">
                <a:latin typeface="Arial Black" panose="020B0A04020102020204" pitchFamily="34" charset="0"/>
              </a:rPr>
              <a:t>درب التبانة</a:t>
            </a:r>
            <a:endParaRPr lang="en-GB" sz="3200" dirty="0">
              <a:latin typeface="Arial Black" panose="020B0A04020102020204" pitchFamily="34" charset="0"/>
            </a:endParaRPr>
          </a:p>
        </p:txBody>
      </p:sp>
      <p:sp>
        <p:nvSpPr>
          <p:cNvPr id="54" name="Word 3">
            <a:extLst>
              <a:ext uri="{FF2B5EF4-FFF2-40B4-BE49-F238E27FC236}">
                <a16:creationId xmlns:a16="http://schemas.microsoft.com/office/drawing/2014/main" id="{B940B81A-7D02-4B1A-9049-1FB46D12015F}"/>
              </a:ext>
            </a:extLst>
          </p:cNvPr>
          <p:cNvSpPr/>
          <p:nvPr/>
        </p:nvSpPr>
        <p:spPr>
          <a:xfrm>
            <a:off x="6105600" y="0"/>
            <a:ext cx="3024000" cy="1800000"/>
          </a:xfrm>
          <a:prstGeom prst="rect">
            <a:avLst/>
          </a:prstGeom>
          <a:gradFill>
            <a:gsLst>
              <a:gs pos="0">
                <a:schemeClr val="accent1">
                  <a:lumMod val="89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ln w="19050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3200" dirty="0">
                <a:latin typeface="Arial Black" panose="020B0A04020102020204" pitchFamily="34" charset="0"/>
              </a:rPr>
              <a:t>الزهرة</a:t>
            </a:r>
            <a:endParaRPr lang="en-GB" sz="3200" dirty="0">
              <a:latin typeface="Arial Black" panose="020B0A04020102020204" pitchFamily="34" charset="0"/>
            </a:endParaRPr>
          </a:p>
        </p:txBody>
      </p:sp>
      <p:sp>
        <p:nvSpPr>
          <p:cNvPr id="53" name="Word 2">
            <a:extLst>
              <a:ext uri="{FF2B5EF4-FFF2-40B4-BE49-F238E27FC236}">
                <a16:creationId xmlns:a16="http://schemas.microsoft.com/office/drawing/2014/main" id="{60B3432D-0E1D-422F-B3D0-047375B03396}"/>
              </a:ext>
            </a:extLst>
          </p:cNvPr>
          <p:cNvSpPr/>
          <p:nvPr/>
        </p:nvSpPr>
        <p:spPr>
          <a:xfrm>
            <a:off x="3062400" y="0"/>
            <a:ext cx="3024000" cy="1800000"/>
          </a:xfrm>
          <a:prstGeom prst="rect">
            <a:avLst/>
          </a:prstGeom>
          <a:gradFill>
            <a:gsLst>
              <a:gs pos="0">
                <a:schemeClr val="accent1">
                  <a:lumMod val="89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ln w="19050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3200" dirty="0">
                <a:latin typeface="Arial Black" panose="020B0A04020102020204" pitchFamily="34" charset="0"/>
              </a:rPr>
              <a:t>النجوم</a:t>
            </a:r>
            <a:endParaRPr lang="en-GB" sz="3200" dirty="0">
              <a:latin typeface="Arial Black" panose="020B0A04020102020204" pitchFamily="34" charset="0"/>
            </a:endParaRPr>
          </a:p>
        </p:txBody>
      </p:sp>
      <p:sp>
        <p:nvSpPr>
          <p:cNvPr id="51" name="Word 1">
            <a:extLst>
              <a:ext uri="{FF2B5EF4-FFF2-40B4-BE49-F238E27FC236}">
                <a16:creationId xmlns:a16="http://schemas.microsoft.com/office/drawing/2014/main" id="{8FEBF984-D388-4057-9791-FDA2D3CFD62A}"/>
              </a:ext>
            </a:extLst>
          </p:cNvPr>
          <p:cNvSpPr/>
          <p:nvPr/>
        </p:nvSpPr>
        <p:spPr>
          <a:xfrm>
            <a:off x="19200" y="0"/>
            <a:ext cx="3024000" cy="1800000"/>
          </a:xfrm>
          <a:prstGeom prst="rect">
            <a:avLst/>
          </a:prstGeom>
          <a:gradFill>
            <a:gsLst>
              <a:gs pos="0">
                <a:schemeClr val="accent1">
                  <a:lumMod val="89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ln w="19050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 sz="3200" dirty="0">
                <a:latin typeface="Arial Black" panose="020B0A04020102020204" pitchFamily="34" charset="0"/>
              </a:rPr>
              <a:t>عطارد</a:t>
            </a:r>
            <a:endParaRPr lang="en-GB" sz="3200" dirty="0">
              <a:latin typeface="Arial Black" panose="020B0A04020102020204" pitchFamily="34" charset="0"/>
            </a:endParaRPr>
          </a:p>
        </p:txBody>
      </p:sp>
      <p:grpSp>
        <p:nvGrpSpPr>
          <p:cNvPr id="85" name="Grid">
            <a:extLst>
              <a:ext uri="{FF2B5EF4-FFF2-40B4-BE49-F238E27FC236}">
                <a16:creationId xmlns:a16="http://schemas.microsoft.com/office/drawing/2014/main" id="{47E9FBCC-AC6F-46E7-AEE0-C4BABC43EB91}"/>
              </a:ext>
            </a:extLst>
          </p:cNvPr>
          <p:cNvGrpSpPr/>
          <p:nvPr/>
        </p:nvGrpSpPr>
        <p:grpSpPr>
          <a:xfrm>
            <a:off x="-5938" y="0"/>
            <a:ext cx="12197938" cy="6858000"/>
            <a:chOff x="-5938" y="0"/>
            <a:chExt cx="12197938" cy="6858000"/>
          </a:xfrm>
        </p:grpSpPr>
        <p:cxnSp>
          <p:nvCxnSpPr>
            <p:cNvPr id="77" name="Horizontal Bar 2">
              <a:extLst>
                <a:ext uri="{FF2B5EF4-FFF2-40B4-BE49-F238E27FC236}">
                  <a16:creationId xmlns:a16="http://schemas.microsoft.com/office/drawing/2014/main" id="{40E763B6-BBF6-4BE9-856F-3ECC103AC20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613534"/>
              <a:ext cx="12182400" cy="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1" name="Horizontal Bar 1">
              <a:extLst>
                <a:ext uri="{FF2B5EF4-FFF2-40B4-BE49-F238E27FC236}">
                  <a16:creationId xmlns:a16="http://schemas.microsoft.com/office/drawing/2014/main" id="{7B20931B-5D86-4CC8-ACED-9EC70E7F2CB8}"/>
                </a:ext>
              </a:extLst>
            </p:cNvPr>
            <p:cNvCxnSpPr>
              <a:cxnSpLocks/>
            </p:cNvCxnSpPr>
            <p:nvPr/>
          </p:nvCxnSpPr>
          <p:spPr>
            <a:xfrm>
              <a:off x="9600" y="1800000"/>
              <a:ext cx="12172800" cy="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6" name="Vertical Bar 3">
              <a:extLst>
                <a:ext uri="{FF2B5EF4-FFF2-40B4-BE49-F238E27FC236}">
                  <a16:creationId xmlns:a16="http://schemas.microsoft.com/office/drawing/2014/main" id="{F3DF45F4-0EF3-47F5-9E50-AA6730E19BDE}"/>
                </a:ext>
              </a:extLst>
            </p:cNvPr>
            <p:cNvCxnSpPr/>
            <p:nvPr/>
          </p:nvCxnSpPr>
          <p:spPr>
            <a:xfrm>
              <a:off x="9148800" y="0"/>
              <a:ext cx="0" cy="540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9" name="Vertical Bar 1">
              <a:extLst>
                <a:ext uri="{FF2B5EF4-FFF2-40B4-BE49-F238E27FC236}">
                  <a16:creationId xmlns:a16="http://schemas.microsoft.com/office/drawing/2014/main" id="{BADFF1C9-E88E-4FA7-B580-328FD9642D8A}"/>
                </a:ext>
              </a:extLst>
            </p:cNvPr>
            <p:cNvCxnSpPr/>
            <p:nvPr/>
          </p:nvCxnSpPr>
          <p:spPr>
            <a:xfrm>
              <a:off x="3043200" y="0"/>
              <a:ext cx="0" cy="540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0" name="Vertical Bar 2">
              <a:extLst>
                <a:ext uri="{FF2B5EF4-FFF2-40B4-BE49-F238E27FC236}">
                  <a16:creationId xmlns:a16="http://schemas.microsoft.com/office/drawing/2014/main" id="{9B46BFBA-7378-4E40-9DB2-E89E49C0E57C}"/>
                </a:ext>
              </a:extLst>
            </p:cNvPr>
            <p:cNvCxnSpPr/>
            <p:nvPr/>
          </p:nvCxnSpPr>
          <p:spPr>
            <a:xfrm>
              <a:off x="6105600" y="0"/>
              <a:ext cx="0" cy="540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83" name="Borders">
              <a:extLst>
                <a:ext uri="{FF2B5EF4-FFF2-40B4-BE49-F238E27FC236}">
                  <a16:creationId xmlns:a16="http://schemas.microsoft.com/office/drawing/2014/main" id="{B9ECD175-D8C2-4F08-B3B1-8623CDACC23C}"/>
                </a:ext>
              </a:extLst>
            </p:cNvPr>
            <p:cNvSpPr/>
            <p:nvPr/>
          </p:nvSpPr>
          <p:spPr>
            <a:xfrm>
              <a:off x="-5938" y="0"/>
              <a:ext cx="12197938" cy="6858000"/>
            </a:xfrm>
            <a:custGeom>
              <a:avLst/>
              <a:gdLst>
                <a:gd name="connsiteX0" fmla="*/ 30917 w 12192000"/>
                <a:gd name="connsiteY0" fmla="*/ 5400000 h 6853236"/>
                <a:gd name="connsiteX1" fmla="*/ 30917 w 12192000"/>
                <a:gd name="connsiteY1" fmla="*/ 6822319 h 6853236"/>
                <a:gd name="connsiteX2" fmla="*/ 12161083 w 12192000"/>
                <a:gd name="connsiteY2" fmla="*/ 6822319 h 6853236"/>
                <a:gd name="connsiteX3" fmla="*/ 12161083 w 12192000"/>
                <a:gd name="connsiteY3" fmla="*/ 5400000 h 6853236"/>
                <a:gd name="connsiteX4" fmla="*/ 31536 w 12192000"/>
                <a:gd name="connsiteY4" fmla="*/ 31536 h 6853236"/>
                <a:gd name="connsiteX5" fmla="*/ 31536 w 12192000"/>
                <a:gd name="connsiteY5" fmla="*/ 5368464 h 6853236"/>
                <a:gd name="connsiteX6" fmla="*/ 12160464 w 12192000"/>
                <a:gd name="connsiteY6" fmla="*/ 5368464 h 6853236"/>
                <a:gd name="connsiteX7" fmla="*/ 12160464 w 12192000"/>
                <a:gd name="connsiteY7" fmla="*/ 31536 h 6853236"/>
                <a:gd name="connsiteX8" fmla="*/ 0 w 12192000"/>
                <a:gd name="connsiteY8" fmla="*/ 0 h 6853236"/>
                <a:gd name="connsiteX9" fmla="*/ 12192000 w 12192000"/>
                <a:gd name="connsiteY9" fmla="*/ 0 h 6853236"/>
                <a:gd name="connsiteX10" fmla="*/ 12192000 w 12192000"/>
                <a:gd name="connsiteY10" fmla="*/ 5368999 h 6853236"/>
                <a:gd name="connsiteX11" fmla="*/ 12192000 w 12192000"/>
                <a:gd name="connsiteY11" fmla="*/ 5400000 h 6853236"/>
                <a:gd name="connsiteX12" fmla="*/ 12192000 w 12192000"/>
                <a:gd name="connsiteY12" fmla="*/ 6853236 h 6853236"/>
                <a:gd name="connsiteX13" fmla="*/ 0 w 12192000"/>
                <a:gd name="connsiteY13" fmla="*/ 6853236 h 6853236"/>
                <a:gd name="connsiteX14" fmla="*/ 0 w 12192000"/>
                <a:gd name="connsiteY14" fmla="*/ 5400000 h 6853236"/>
                <a:gd name="connsiteX15" fmla="*/ 0 w 12192000"/>
                <a:gd name="connsiteY15" fmla="*/ 5368999 h 6853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192000" h="6853236">
                  <a:moveTo>
                    <a:pt x="30917" y="5400000"/>
                  </a:moveTo>
                  <a:lnTo>
                    <a:pt x="30917" y="6822319"/>
                  </a:lnTo>
                  <a:lnTo>
                    <a:pt x="12161083" y="6822319"/>
                  </a:lnTo>
                  <a:lnTo>
                    <a:pt x="12161083" y="5400000"/>
                  </a:lnTo>
                  <a:close/>
                  <a:moveTo>
                    <a:pt x="31536" y="31536"/>
                  </a:moveTo>
                  <a:lnTo>
                    <a:pt x="31536" y="5368464"/>
                  </a:lnTo>
                  <a:lnTo>
                    <a:pt x="12160464" y="5368464"/>
                  </a:lnTo>
                  <a:lnTo>
                    <a:pt x="12160464" y="31536"/>
                  </a:ln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5368999"/>
                  </a:lnTo>
                  <a:lnTo>
                    <a:pt x="12192000" y="5400000"/>
                  </a:lnTo>
                  <a:lnTo>
                    <a:pt x="12192000" y="6853236"/>
                  </a:lnTo>
                  <a:lnTo>
                    <a:pt x="0" y="6853236"/>
                  </a:lnTo>
                  <a:lnTo>
                    <a:pt x="0" y="5400000"/>
                  </a:lnTo>
                  <a:lnTo>
                    <a:pt x="0" y="5368999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8764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6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 On-SoundBible.com-1697535117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12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 On-SoundBible.com-1697535117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18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 On-SoundBible.com-1697535117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24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 On-SoundBible.com-1697535117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30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 On-SoundBible.com-1697535117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36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 On-SoundBible.com-1697535117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42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 On-SoundBible.com-1697535117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48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 On-SoundBible.com-1697535117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54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 On-SoundBible.com-1697535117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60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 On-SoundBible.com-1697535117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66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 On-SoundBible.com-1697535117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6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in)">
                                      <p:cBhvr>
                                        <p:cTn id="72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 On-SoundBible.com-1697535117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</p:childTnLst>
        </p:cTn>
      </p:par>
    </p:tnLst>
    <p:bldLst>
      <p:bldP spid="63" grpId="0" animBg="1"/>
      <p:bldP spid="62" grpId="0" animBg="1"/>
      <p:bldP spid="61" grpId="0" animBg="1"/>
      <p:bldP spid="60" grpId="0" animBg="1"/>
      <p:bldP spid="59" grpId="0" animBg="1"/>
      <p:bldP spid="58" grpId="0" animBg="1"/>
      <p:bldP spid="57" grpId="0" animBg="1"/>
      <p:bldP spid="56" grpId="0" animBg="1"/>
      <p:bldP spid="55" grpId="0" animBg="1"/>
      <p:bldP spid="54" grpId="0" animBg="1"/>
      <p:bldP spid="53" grpId="0" animBg="1"/>
      <p:bldP spid="5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51</Words>
  <Application>Microsoft Office PowerPoint</Application>
  <PresentationFormat>Widescreen</PresentationFormat>
  <Paragraphs>15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tekhnologic</dc:creator>
  <cp:lastModifiedBy>MR.Mohamed Hamed</cp:lastModifiedBy>
  <cp:revision>2</cp:revision>
  <dcterms:created xsi:type="dcterms:W3CDTF">2017-06-10T07:57:33Z</dcterms:created>
  <dcterms:modified xsi:type="dcterms:W3CDTF">2020-10-26T17:22:45Z</dcterms:modified>
</cp:coreProperties>
</file>