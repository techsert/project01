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23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15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0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55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43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73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316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78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11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45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4D55FD5-FD4C-4FF3-96D1-80DF21C4AB2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52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78F93-04D5-407B-9115-486FF564F0E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5" y="6186926"/>
            <a:ext cx="534706" cy="540000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 userDrawn="1"/>
        </p:nvSpPr>
        <p:spPr>
          <a:xfrm>
            <a:off x="643821" y="6262939"/>
            <a:ext cx="1381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>
                <a:latin typeface="+mj-lt"/>
              </a:rPr>
              <a:t>tekhnologic</a:t>
            </a:r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204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565498" y="302605"/>
            <a:ext cx="12146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565498" y="1614882"/>
            <a:ext cx="2311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Flower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65498" y="2927159"/>
            <a:ext cx="1425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Dog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565498" y="4239436"/>
            <a:ext cx="17434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Food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65498" y="5551713"/>
            <a:ext cx="20163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Bread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7529767" y="296614"/>
            <a:ext cx="1125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قطة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529767" y="1608891"/>
            <a:ext cx="13692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وردة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7529767" y="2921168"/>
            <a:ext cx="11945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كلب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7529767" y="4233445"/>
            <a:ext cx="13708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طعام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529767" y="5545722"/>
            <a:ext cx="11560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خبز</a:t>
            </a:r>
            <a:endParaRPr lang="en-GB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3E05E-1E64-47C2-97E3-3AAC9BF90F53}"/>
              </a:ext>
            </a:extLst>
          </p:cNvPr>
          <p:cNvSpPr/>
          <p:nvPr/>
        </p:nvSpPr>
        <p:spPr>
          <a:xfrm>
            <a:off x="0" y="6082301"/>
            <a:ext cx="2260315" cy="775699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93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F3F3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3" grpId="3"/>
      <p:bldP spid="19" grpId="0"/>
      <p:bldP spid="19" grpId="1"/>
      <p:bldP spid="19" grpId="2"/>
      <p:bldP spid="19" grpId="3"/>
      <p:bldP spid="20" grpId="0"/>
      <p:bldP spid="20" grpId="1"/>
      <p:bldP spid="20" grpId="2"/>
      <p:bldP spid="20" grpId="3"/>
      <p:bldP spid="21" grpId="0"/>
      <p:bldP spid="21" grpId="1"/>
      <p:bldP spid="21" grpId="2"/>
      <p:bldP spid="21" grpId="3"/>
      <p:bldP spid="22" grpId="0"/>
      <p:bldP spid="22" grpId="1"/>
      <p:bldP spid="22" grpId="2"/>
      <p:bldP spid="22" grpId="3"/>
      <p:bldP spid="23" grpId="0"/>
      <p:bldP spid="23" grpId="1"/>
      <p:bldP spid="23" grpId="2"/>
      <p:bldP spid="23" grpId="3"/>
      <p:bldP spid="24" grpId="0"/>
      <p:bldP spid="24" grpId="1"/>
      <p:bldP spid="24" grpId="2"/>
      <p:bldP spid="24" grpId="3"/>
      <p:bldP spid="25" grpId="0"/>
      <p:bldP spid="25" grpId="1"/>
      <p:bldP spid="25" grpId="2"/>
      <p:bldP spid="25" grpId="3"/>
      <p:bldP spid="26" grpId="0"/>
      <p:bldP spid="26" grpId="1"/>
      <p:bldP spid="26" grpId="2"/>
      <p:bldP spid="26" grpId="3"/>
      <p:bldP spid="27" grpId="0"/>
      <p:bldP spid="27" grpId="1"/>
      <p:bldP spid="27" grpId="2"/>
      <p:bldP spid="27" grpId="3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MR.Mohamed Hamed</cp:lastModifiedBy>
  <cp:revision>2</cp:revision>
  <dcterms:created xsi:type="dcterms:W3CDTF">2015-07-06T01:06:39Z</dcterms:created>
  <dcterms:modified xsi:type="dcterms:W3CDTF">2020-10-26T17:12:13Z</dcterms:modified>
</cp:coreProperties>
</file>