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FF0"/>
    <a:srgbClr val="E7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56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04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54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40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0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17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03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63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73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76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23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32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D8710-7BDB-4D2C-AC76-8CB12A6BF379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5DEE9-9F89-4C3F-9406-064FA10B40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22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Answer Box"/>
          <p:cNvSpPr/>
          <p:nvPr/>
        </p:nvSpPr>
        <p:spPr>
          <a:xfrm>
            <a:off x="2332000" y="5486400"/>
            <a:ext cx="7544000" cy="10800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dirty="0">
                <a:latin typeface="Segoe Print" panose="02000600000000000000" pitchFamily="2" charset="0"/>
              </a:rPr>
              <a:t>البطيخ</a:t>
            </a:r>
            <a:endParaRPr lang="en-GB" sz="2800" dirty="0">
              <a:latin typeface="Segoe Print" panose="02000600000000000000" pitchFamily="2" charset="0"/>
            </a:endParaRPr>
          </a:p>
        </p:txBody>
      </p:sp>
      <p:sp>
        <p:nvSpPr>
          <p:cNvPr id="58" name="Clue 5"/>
          <p:cNvSpPr/>
          <p:nvPr/>
        </p:nvSpPr>
        <p:spPr>
          <a:xfrm>
            <a:off x="7356000" y="2727265"/>
            <a:ext cx="2520000" cy="252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dirty="0">
                <a:latin typeface="Segoe Print" panose="02000600000000000000" pitchFamily="2" charset="0"/>
              </a:rPr>
              <a:t>تظهر في فصل الصيف</a:t>
            </a:r>
            <a:endParaRPr lang="en-GB" sz="2800" dirty="0">
              <a:latin typeface="Segoe Print" panose="02000600000000000000" pitchFamily="2" charset="0"/>
            </a:endParaRPr>
          </a:p>
        </p:txBody>
      </p:sp>
      <p:sp>
        <p:nvSpPr>
          <p:cNvPr id="57" name="Clue 4"/>
          <p:cNvSpPr/>
          <p:nvPr/>
        </p:nvSpPr>
        <p:spPr>
          <a:xfrm>
            <a:off x="2332000" y="2727265"/>
            <a:ext cx="2520000" cy="252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dirty="0">
                <a:latin typeface="Segoe Print" panose="02000600000000000000" pitchFamily="2" charset="0"/>
              </a:rPr>
              <a:t>تحتوي علي بذور سوداء</a:t>
            </a:r>
            <a:endParaRPr lang="en-GB" sz="2800" dirty="0">
              <a:latin typeface="Segoe Print" panose="02000600000000000000" pitchFamily="2" charset="0"/>
            </a:endParaRPr>
          </a:p>
        </p:txBody>
      </p:sp>
      <p:sp>
        <p:nvSpPr>
          <p:cNvPr id="56" name="Clue 3"/>
          <p:cNvSpPr/>
          <p:nvPr/>
        </p:nvSpPr>
        <p:spPr>
          <a:xfrm>
            <a:off x="8604000" y="207265"/>
            <a:ext cx="2520000" cy="252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dirty="0">
                <a:latin typeface="Segoe Print" panose="02000600000000000000" pitchFamily="2" charset="0"/>
              </a:rPr>
              <a:t>حمراء اللون من الداخل</a:t>
            </a:r>
            <a:endParaRPr lang="en-GB" sz="2800" dirty="0">
              <a:latin typeface="Segoe Print" panose="02000600000000000000" pitchFamily="2" charset="0"/>
            </a:endParaRPr>
          </a:p>
        </p:txBody>
      </p:sp>
      <p:sp>
        <p:nvSpPr>
          <p:cNvPr id="55" name="Clue 2"/>
          <p:cNvSpPr/>
          <p:nvPr/>
        </p:nvSpPr>
        <p:spPr>
          <a:xfrm>
            <a:off x="4836000" y="207265"/>
            <a:ext cx="2520000" cy="252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dirty="0">
                <a:latin typeface="Segoe Print" panose="02000600000000000000" pitchFamily="2" charset="0"/>
              </a:rPr>
              <a:t>شيء دائري</a:t>
            </a:r>
            <a:endParaRPr lang="en-GB" sz="2800" dirty="0">
              <a:latin typeface="Segoe Print" panose="02000600000000000000" pitchFamily="2" charset="0"/>
            </a:endParaRPr>
          </a:p>
        </p:txBody>
      </p:sp>
      <p:sp>
        <p:nvSpPr>
          <p:cNvPr id="54" name="Clue 1"/>
          <p:cNvSpPr/>
          <p:nvPr/>
        </p:nvSpPr>
        <p:spPr>
          <a:xfrm>
            <a:off x="1068000" y="207265"/>
            <a:ext cx="2520000" cy="252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800" dirty="0">
                <a:latin typeface="Segoe Print" panose="02000600000000000000" pitchFamily="2" charset="0"/>
              </a:rPr>
              <a:t>شيء أخضر اللون </a:t>
            </a:r>
            <a:endParaRPr lang="en-GB" sz="2800" dirty="0">
              <a:latin typeface="Segoe Print" panose="02000600000000000000" pitchFamily="2" charset="0"/>
            </a:endParaRPr>
          </a:p>
        </p:txBody>
      </p:sp>
      <p:pic>
        <p:nvPicPr>
          <p:cNvPr id="46" name="Snowflak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000" y="2721036"/>
            <a:ext cx="2520000" cy="2520000"/>
          </a:xfrm>
          <a:prstGeom prst="rect">
            <a:avLst/>
          </a:prstGeom>
        </p:spPr>
      </p:pic>
      <p:pic>
        <p:nvPicPr>
          <p:cNvPr id="49" name="Snowflak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000" y="2721036"/>
            <a:ext cx="2520000" cy="2520000"/>
          </a:xfrm>
          <a:prstGeom prst="rect">
            <a:avLst/>
          </a:prstGeom>
        </p:spPr>
      </p:pic>
      <p:pic>
        <p:nvPicPr>
          <p:cNvPr id="45" name="Snowflak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75" y="207265"/>
            <a:ext cx="2520000" cy="2520000"/>
          </a:xfrm>
          <a:prstGeom prst="rect">
            <a:avLst/>
          </a:prstGeom>
        </p:spPr>
      </p:pic>
      <p:pic>
        <p:nvPicPr>
          <p:cNvPr id="44" name="Snowflak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950" y="207265"/>
            <a:ext cx="2520000" cy="2520000"/>
          </a:xfrm>
          <a:prstGeom prst="rect">
            <a:avLst/>
          </a:prstGeom>
        </p:spPr>
      </p:pic>
      <p:pic>
        <p:nvPicPr>
          <p:cNvPr id="43" name="Snowflak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75" y="207265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6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3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Print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MR.Mohamed Hamed</cp:lastModifiedBy>
  <cp:revision>2</cp:revision>
  <dcterms:created xsi:type="dcterms:W3CDTF">2015-12-11T10:26:46Z</dcterms:created>
  <dcterms:modified xsi:type="dcterms:W3CDTF">2020-10-10T12:47:16Z</dcterms:modified>
</cp:coreProperties>
</file>