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2" autoAdjust="0"/>
    <p:restoredTop sz="94660"/>
  </p:normalViewPr>
  <p:slideViewPr>
    <p:cSldViewPr snapToGrid="0">
      <p:cViewPr varScale="1">
        <p:scale>
          <a:sx n="67" d="100"/>
          <a:sy n="67" d="100"/>
        </p:scale>
        <p:origin x="56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GB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0A6EB-4B0E-45F5-91F0-13DDD2061C15}" type="datetimeFigureOut">
              <a:rPr lang="en-GB" smtClean="0"/>
              <a:t>10/10/2020</a:t>
            </a:fld>
            <a:endParaRPr lang="en-GB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ABAC6-608B-4CDC-BA1A-8C13E665B8D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01598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0A6EB-4B0E-45F5-91F0-13DDD2061C15}" type="datetimeFigureOut">
              <a:rPr lang="en-GB" smtClean="0"/>
              <a:t>10/10/2020</a:t>
            </a:fld>
            <a:endParaRPr lang="en-GB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ABAC6-608B-4CDC-BA1A-8C13E665B8D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65721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0A6EB-4B0E-45F5-91F0-13DDD2061C15}" type="datetimeFigureOut">
              <a:rPr lang="en-GB" smtClean="0"/>
              <a:t>10/10/2020</a:t>
            </a:fld>
            <a:endParaRPr lang="en-GB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ABAC6-608B-4CDC-BA1A-8C13E665B8D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0103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0A6EB-4B0E-45F5-91F0-13DDD2061C15}" type="datetimeFigureOut">
              <a:rPr lang="en-GB" smtClean="0"/>
              <a:t>10/10/2020</a:t>
            </a:fld>
            <a:endParaRPr lang="en-GB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ABAC6-608B-4CDC-BA1A-8C13E665B8D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2453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0A6EB-4B0E-45F5-91F0-13DDD2061C15}" type="datetimeFigureOut">
              <a:rPr lang="en-GB" smtClean="0"/>
              <a:t>10/10/2020</a:t>
            </a:fld>
            <a:endParaRPr lang="en-GB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ABAC6-608B-4CDC-BA1A-8C13E665B8D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38349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0A6EB-4B0E-45F5-91F0-13DDD2061C15}" type="datetimeFigureOut">
              <a:rPr lang="en-GB" smtClean="0"/>
              <a:t>10/10/2020</a:t>
            </a:fld>
            <a:endParaRPr lang="en-GB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ABAC6-608B-4CDC-BA1A-8C13E665B8D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556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0A6EB-4B0E-45F5-91F0-13DDD2061C15}" type="datetimeFigureOut">
              <a:rPr lang="en-GB" smtClean="0"/>
              <a:t>10/10/2020</a:t>
            </a:fld>
            <a:endParaRPr lang="en-GB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ABAC6-608B-4CDC-BA1A-8C13E665B8D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72187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0A6EB-4B0E-45F5-91F0-13DDD2061C15}" type="datetimeFigureOut">
              <a:rPr lang="en-GB" smtClean="0"/>
              <a:t>10/10/2020</a:t>
            </a:fld>
            <a:endParaRPr lang="en-GB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ABAC6-608B-4CDC-BA1A-8C13E665B8D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369997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0A6EB-4B0E-45F5-91F0-13DDD2061C15}" type="datetimeFigureOut">
              <a:rPr lang="en-GB" smtClean="0"/>
              <a:t>10/10/2020</a:t>
            </a:fld>
            <a:endParaRPr lang="en-GB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ABAC6-608B-4CDC-BA1A-8C13E665B8D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624583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0A6EB-4B0E-45F5-91F0-13DDD2061C15}" type="datetimeFigureOut">
              <a:rPr lang="en-GB" smtClean="0"/>
              <a:t>10/10/2020</a:t>
            </a:fld>
            <a:endParaRPr lang="en-GB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ABAC6-608B-4CDC-BA1A-8C13E665B8D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45645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60A6EB-4B0E-45F5-91F0-13DDD2061C15}" type="datetimeFigureOut">
              <a:rPr lang="en-GB" smtClean="0"/>
              <a:t>10/10/2020</a:t>
            </a:fld>
            <a:endParaRPr lang="en-GB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1ABAC6-608B-4CDC-BA1A-8C13E665B8D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67835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GB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GB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60A6EB-4B0E-45F5-91F0-13DDD2061C15}" type="datetimeFigureOut">
              <a:rPr lang="en-GB" smtClean="0"/>
              <a:t>10/10/2020</a:t>
            </a:fld>
            <a:endParaRPr lang="en-GB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1ABAC6-608B-4CDC-BA1A-8C13E665B8D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23719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89000"/>
              </a:schemeClr>
            </a:gs>
            <a:gs pos="23000">
              <a:schemeClr val="accent1">
                <a:lumMod val="89000"/>
              </a:schemeClr>
            </a:gs>
            <a:gs pos="69000">
              <a:schemeClr val="accent1">
                <a:lumMod val="75000"/>
              </a:schemeClr>
            </a:gs>
            <a:gs pos="97000">
              <a:schemeClr val="accent1">
                <a:lumMod val="70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"/>
          <p:cNvSpPr/>
          <p:nvPr/>
        </p:nvSpPr>
        <p:spPr>
          <a:xfrm>
            <a:off x="591172" y="0"/>
            <a:ext cx="1112805" cy="201593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altLang="ja-JP" sz="12500" b="0" cap="none" spc="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A</a:t>
            </a:r>
            <a:endParaRPr lang="ja-JP" altLang="en-US" sz="12500" b="0" cap="none" spc="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8" name="B"/>
          <p:cNvSpPr/>
          <p:nvPr/>
        </p:nvSpPr>
        <p:spPr>
          <a:xfrm>
            <a:off x="2295149" y="0"/>
            <a:ext cx="1056700" cy="201593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altLang="ja-JP" sz="12500" b="0" cap="none" spc="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B</a:t>
            </a:r>
            <a:endParaRPr lang="ja-JP" altLang="en-US" sz="12500" b="0" cap="none" spc="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2" name="C"/>
          <p:cNvSpPr/>
          <p:nvPr/>
        </p:nvSpPr>
        <p:spPr>
          <a:xfrm>
            <a:off x="3943021" y="0"/>
            <a:ext cx="1039067" cy="201593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altLang="ja-JP" sz="12500" b="0" cap="none" spc="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C</a:t>
            </a:r>
            <a:endParaRPr lang="ja-JP" altLang="en-US" sz="12500" b="0" cap="none" spc="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6" name="D"/>
          <p:cNvSpPr/>
          <p:nvPr/>
        </p:nvSpPr>
        <p:spPr>
          <a:xfrm>
            <a:off x="5573260" y="0"/>
            <a:ext cx="1170513" cy="201593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altLang="ja-JP" sz="12500" b="0" cap="none" spc="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D</a:t>
            </a:r>
            <a:endParaRPr lang="ja-JP" altLang="en-US" sz="12500" b="0" cap="none" spc="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20" name="E"/>
          <p:cNvSpPr/>
          <p:nvPr/>
        </p:nvSpPr>
        <p:spPr>
          <a:xfrm>
            <a:off x="7334945" y="0"/>
            <a:ext cx="966931" cy="201593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altLang="ja-JP" sz="12500" b="0" cap="none" spc="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E</a:t>
            </a:r>
            <a:endParaRPr lang="ja-JP" altLang="en-US" sz="12500" b="0" cap="none" spc="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24" name="F"/>
          <p:cNvSpPr/>
          <p:nvPr/>
        </p:nvSpPr>
        <p:spPr>
          <a:xfrm>
            <a:off x="8893048" y="0"/>
            <a:ext cx="920444" cy="201593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altLang="ja-JP" sz="12500" b="0" cap="none" spc="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F</a:t>
            </a:r>
            <a:endParaRPr lang="ja-JP" altLang="en-US" sz="12500" b="0" cap="none" spc="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30" name="G"/>
          <p:cNvSpPr/>
          <p:nvPr/>
        </p:nvSpPr>
        <p:spPr>
          <a:xfrm>
            <a:off x="10404664" y="0"/>
            <a:ext cx="1196161" cy="201593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altLang="ja-JP" sz="12500" b="0" cap="none" spc="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G</a:t>
            </a:r>
            <a:endParaRPr lang="ja-JP" altLang="en-US" sz="12500" b="0" cap="none" spc="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5" name="H"/>
          <p:cNvSpPr/>
          <p:nvPr/>
        </p:nvSpPr>
        <p:spPr>
          <a:xfrm>
            <a:off x="568782" y="1614021"/>
            <a:ext cx="1196161" cy="201593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altLang="ja-JP" sz="12500" b="0" cap="none" spc="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H</a:t>
            </a:r>
            <a:endParaRPr lang="ja-JP" altLang="en-US" sz="12500" b="0" cap="none" spc="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9" name="I"/>
          <p:cNvSpPr/>
          <p:nvPr/>
        </p:nvSpPr>
        <p:spPr>
          <a:xfrm>
            <a:off x="2533191" y="1614021"/>
            <a:ext cx="588623" cy="201593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altLang="ja-JP" sz="12500" b="0" cap="none" spc="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I</a:t>
            </a:r>
            <a:endParaRPr lang="ja-JP" altLang="en-US" sz="12500" b="0" cap="none" spc="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3" name="J"/>
          <p:cNvSpPr/>
          <p:nvPr/>
        </p:nvSpPr>
        <p:spPr>
          <a:xfrm>
            <a:off x="4148361" y="1614021"/>
            <a:ext cx="696024" cy="201593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altLang="ja-JP" sz="12500" b="0" cap="none" spc="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J</a:t>
            </a:r>
            <a:endParaRPr lang="ja-JP" altLang="en-US" sz="12500" b="0" cap="none" spc="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7" name="K"/>
          <p:cNvSpPr/>
          <p:nvPr/>
        </p:nvSpPr>
        <p:spPr>
          <a:xfrm>
            <a:off x="5596994" y="1614021"/>
            <a:ext cx="1018227" cy="201593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altLang="ja-JP" sz="12500" b="0" cap="none" spc="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K</a:t>
            </a:r>
            <a:endParaRPr lang="ja-JP" altLang="en-US" sz="12500" b="0" cap="none" spc="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21" name="L"/>
          <p:cNvSpPr/>
          <p:nvPr/>
        </p:nvSpPr>
        <p:spPr>
          <a:xfrm>
            <a:off x="7389446" y="1614021"/>
            <a:ext cx="857927" cy="201593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altLang="ja-JP" sz="12500" b="0" cap="none" spc="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L</a:t>
            </a:r>
            <a:endParaRPr lang="ja-JP" altLang="en-US" sz="12500" b="0" cap="none" spc="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25" name="M"/>
          <p:cNvSpPr/>
          <p:nvPr/>
        </p:nvSpPr>
        <p:spPr>
          <a:xfrm>
            <a:off x="8514031" y="1614021"/>
            <a:ext cx="1555234" cy="201593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altLang="ja-JP" sz="12500" b="0" cap="none" spc="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M</a:t>
            </a:r>
            <a:endParaRPr lang="ja-JP" altLang="en-US" sz="12500" b="0" cap="none" spc="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31" name="N"/>
          <p:cNvSpPr/>
          <p:nvPr/>
        </p:nvSpPr>
        <p:spPr>
          <a:xfrm>
            <a:off x="10404664" y="1614021"/>
            <a:ext cx="1220206" cy="201593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altLang="ja-JP" sz="12500" b="0" cap="none" spc="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N</a:t>
            </a:r>
            <a:endParaRPr lang="ja-JP" altLang="en-US" sz="12500" b="0" cap="none" spc="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6" name="O"/>
          <p:cNvSpPr/>
          <p:nvPr/>
        </p:nvSpPr>
        <p:spPr>
          <a:xfrm>
            <a:off x="514279" y="3228042"/>
            <a:ext cx="1245854" cy="201593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altLang="ja-JP" sz="12500" b="0" cap="none" spc="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O</a:t>
            </a:r>
            <a:endParaRPr lang="ja-JP" altLang="en-US" sz="12500" b="0" cap="none" spc="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0" name="P"/>
          <p:cNvSpPr/>
          <p:nvPr/>
        </p:nvSpPr>
        <p:spPr>
          <a:xfrm>
            <a:off x="2288873" y="3228042"/>
            <a:ext cx="1013419" cy="201593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altLang="ja-JP" sz="12500" b="0" cap="none" spc="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P</a:t>
            </a:r>
            <a:endParaRPr lang="ja-JP" altLang="en-US" sz="12500" b="0" cap="none" spc="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4" name="Q"/>
          <p:cNvSpPr/>
          <p:nvPr/>
        </p:nvSpPr>
        <p:spPr>
          <a:xfrm>
            <a:off x="3810009" y="3228042"/>
            <a:ext cx="1263487" cy="201593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altLang="ja-JP" sz="12500" b="0" cap="none" spc="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Q</a:t>
            </a:r>
            <a:endParaRPr lang="ja-JP" altLang="en-US" sz="12500" b="0" cap="none" spc="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8" name="R"/>
          <p:cNvSpPr/>
          <p:nvPr/>
        </p:nvSpPr>
        <p:spPr>
          <a:xfrm>
            <a:off x="5596994" y="3228042"/>
            <a:ext cx="1055097" cy="201593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altLang="ja-JP" sz="12500" b="0" cap="none" spc="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R</a:t>
            </a:r>
            <a:endParaRPr lang="ja-JP" altLang="en-US" sz="12500" b="0" cap="none" spc="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22" name="S"/>
          <p:cNvSpPr/>
          <p:nvPr/>
        </p:nvSpPr>
        <p:spPr>
          <a:xfrm>
            <a:off x="7334945" y="3228042"/>
            <a:ext cx="920445" cy="201593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altLang="ja-JP" sz="12500" b="0" cap="none" spc="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S</a:t>
            </a:r>
            <a:endParaRPr lang="ja-JP" altLang="en-US" sz="12500" b="0" cap="none" spc="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26" name="T"/>
          <p:cNvSpPr/>
          <p:nvPr/>
        </p:nvSpPr>
        <p:spPr>
          <a:xfrm>
            <a:off x="8808984" y="3228042"/>
            <a:ext cx="965328" cy="201593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altLang="ja-JP" sz="12500" b="0" cap="none" spc="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T</a:t>
            </a:r>
            <a:endParaRPr lang="ja-JP" altLang="en-US" sz="12500" b="0" cap="none" spc="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7" name="U"/>
          <p:cNvSpPr/>
          <p:nvPr/>
        </p:nvSpPr>
        <p:spPr>
          <a:xfrm>
            <a:off x="568782" y="4842064"/>
            <a:ext cx="1213795" cy="201593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altLang="ja-JP" sz="12500" b="0" cap="none" spc="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U</a:t>
            </a:r>
            <a:endParaRPr lang="ja-JP" altLang="en-US" sz="12500" b="0" cap="none" spc="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1" name="V"/>
          <p:cNvSpPr/>
          <p:nvPr/>
        </p:nvSpPr>
        <p:spPr>
          <a:xfrm>
            <a:off x="2208723" y="4842064"/>
            <a:ext cx="1093569" cy="201593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altLang="ja-JP" sz="12500" b="0" cap="none" spc="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V</a:t>
            </a:r>
            <a:endParaRPr lang="ja-JP" altLang="en-US" sz="12500" b="0" cap="none" spc="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5" name="W"/>
          <p:cNvSpPr/>
          <p:nvPr/>
        </p:nvSpPr>
        <p:spPr>
          <a:xfrm>
            <a:off x="3655449" y="4842064"/>
            <a:ext cx="1611339" cy="201593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altLang="ja-JP" sz="12500" b="0" cap="none" spc="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W</a:t>
            </a:r>
            <a:endParaRPr lang="ja-JP" altLang="en-US" sz="12500" b="0" cap="none" spc="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19" name="X"/>
          <p:cNvSpPr/>
          <p:nvPr/>
        </p:nvSpPr>
        <p:spPr>
          <a:xfrm>
            <a:off x="5635467" y="4842064"/>
            <a:ext cx="1016624" cy="201593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altLang="ja-JP" sz="12500" b="0" cap="none" spc="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X</a:t>
            </a:r>
            <a:endParaRPr lang="ja-JP" altLang="en-US" sz="12500" b="0" cap="none" spc="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23" name="Y"/>
          <p:cNvSpPr/>
          <p:nvPr/>
        </p:nvSpPr>
        <p:spPr>
          <a:xfrm>
            <a:off x="7312502" y="4842063"/>
            <a:ext cx="965329" cy="201593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altLang="ja-JP" sz="12500" b="0" cap="none" spc="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Y</a:t>
            </a:r>
            <a:endParaRPr lang="ja-JP" altLang="en-US" sz="12500" b="0" cap="none" spc="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27" name="Z"/>
          <p:cNvSpPr/>
          <p:nvPr/>
        </p:nvSpPr>
        <p:spPr>
          <a:xfrm>
            <a:off x="8808984" y="4842063"/>
            <a:ext cx="934871" cy="201593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GB" altLang="ja-JP" sz="12500" b="0" cap="none" spc="0" dirty="0">
                <a:ln w="0"/>
                <a:solidFill>
                  <a:schemeClr val="accent1">
                    <a:lumMod val="75000"/>
                  </a:schemeClr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</a:rPr>
              <a:t>Z</a:t>
            </a:r>
            <a:endParaRPr lang="ja-JP" altLang="en-US" sz="12500" b="0" cap="none" spc="0" dirty="0">
              <a:ln w="0"/>
              <a:solidFill>
                <a:schemeClr val="accent1">
                  <a:lumMod val="75000"/>
                </a:schemeClr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32" name="Reset Button"/>
          <p:cNvSpPr/>
          <p:nvPr/>
        </p:nvSpPr>
        <p:spPr>
          <a:xfrm>
            <a:off x="10275008" y="5452167"/>
            <a:ext cx="1620000" cy="779451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dirty="0"/>
              <a:t>Reset</a:t>
            </a:r>
          </a:p>
        </p:txBody>
      </p:sp>
    </p:spTree>
    <p:extLst>
      <p:ext uri="{BB962C8B-B14F-4D97-AF65-F5344CB8AC3E}">
        <p14:creationId xmlns:p14="http://schemas.microsoft.com/office/powerpoint/2010/main" val="2693460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6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3" presetClass="emph" presetSubtype="2" fill="hold" grpId="2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10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2E75B5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15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mph" presetSubtype="2" fill="hold" grpId="2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19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2E75B5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24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mph" presetSubtype="2" fill="hold" grpId="2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28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2E75B5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  <p:seq concurrent="1" nextAc="seek">
              <p:cTn id="29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" fill="hold">
                      <p:stCondLst>
                        <p:cond delay="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33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mph" presetSubtype="2" fill="hold" grpId="2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37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2E75B5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  <p:seq concurrent="1" nextAc="seek">
              <p:cTn id="38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" fill="hold">
                      <p:stCondLst>
                        <p:cond delay="0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42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mph" presetSubtype="2" fill="hold" grpId="2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46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2E75B5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47" restart="whenNotActive" fill="hold" evtFilter="cancelBubble" nodeType="interactiveSeq">
                <p:stCondLst>
                  <p:cond evt="onClick" delay="0">
                    <p:tgtEl>
                      <p:spTgt spid="2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8" fill="hold">
                      <p:stCondLst>
                        <p:cond delay="0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51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3" presetClass="emph" presetSubtype="2" fill="hold" grpId="2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55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2E75B5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3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60" dur="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" presetClass="emph" presetSubtype="2" fill="hold" grpId="2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64" dur="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2E75B5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0"/>
                  </p:tgtEl>
                </p:cond>
              </p:nextCondLst>
            </p:seq>
            <p:seq concurrent="1" nextAc="seek">
              <p:cTn id="65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6" fill="hold">
                      <p:stCondLst>
                        <p:cond delay="0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69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3" presetClass="emph" presetSubtype="2" fill="hold" grpId="2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73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2E75B5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seq concurrent="1" nextAc="seek">
              <p:cTn id="7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75" fill="hold">
                      <p:stCondLst>
                        <p:cond delay="0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78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3" presetClass="emph" presetSubtype="2" fill="hold" grpId="2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82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2E75B5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83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4" fill="hold">
                      <p:stCondLst>
                        <p:cond delay="0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87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3" presetClass="emph" presetSubtype="2" fill="hold" grpId="2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91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2E75B5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92" restart="whenNotActive" fill="hold" evtFilter="cancelBubble" nodeType="interactiveSeq">
                <p:stCondLst>
                  <p:cond evt="onClick" delay="0">
                    <p:tgtEl>
                      <p:spTgt spid="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3" fill="hold">
                      <p:stCondLst>
                        <p:cond delay="0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96" dur="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3" presetClass="emph" presetSubtype="2" fill="hold" grpId="2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100" dur="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2E75B5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"/>
                  </p:tgtEl>
                </p:cond>
              </p:nextCondLst>
            </p:seq>
            <p:seq concurrent="1" nextAc="seek">
              <p:cTn id="101" restart="whenNotActive" fill="hold" evtFilter="cancelBubble" nodeType="interactiveSeq">
                <p:stCondLst>
                  <p:cond evt="onClick" delay="0">
                    <p:tgtEl>
                      <p:spTgt spid="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2" fill="hold">
                      <p:stCondLst>
                        <p:cond delay="0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105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3" presetClass="emph" presetSubtype="2" fill="hold" grpId="2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109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2E75B5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"/>
                  </p:tgtEl>
                </p:cond>
              </p:nextCondLst>
            </p:seq>
            <p:seq concurrent="1" nextAc="seek">
              <p:cTn id="110" restart="whenNotActive" fill="hold" evtFilter="cancelBubble" nodeType="interactiveSeq">
                <p:stCondLst>
                  <p:cond evt="onClick" delay="0">
                    <p:tgtEl>
                      <p:spTgt spid="2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1" fill="hold">
                      <p:stCondLst>
                        <p:cond delay="0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1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3" presetClass="emph" presetSubtype="2" fill="hold" grpId="2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118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2E75B5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5"/>
                  </p:tgtEl>
                </p:cond>
              </p:nextCondLst>
            </p:seq>
            <p:seq concurrent="1" nextAc="seek">
              <p:cTn id="119" restart="whenNotActive" fill="hold" evtFilter="cancelBubble" nodeType="interactiveSeq">
                <p:stCondLst>
                  <p:cond evt="onClick" delay="0">
                    <p:tgtEl>
                      <p:spTgt spid="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0" fill="hold">
                      <p:stCondLst>
                        <p:cond delay="0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123" dur="2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3" presetClass="emph" presetSubtype="2" fill="hold" grpId="2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127" dur="2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2E75B5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1"/>
                  </p:tgtEl>
                </p:cond>
              </p:nextCondLst>
            </p:seq>
            <p:seq concurrent="1" nextAc="seek">
              <p:cTn id="12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9" fill="hold">
                      <p:stCondLst>
                        <p:cond delay="0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132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3" presetClass="emph" presetSubtype="2" fill="hold" grpId="2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136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2E75B5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seq concurrent="1" nextAc="seek">
              <p:cTn id="137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8" fill="hold">
                      <p:stCondLst>
                        <p:cond delay="0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141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3" presetClass="emph" presetSubtype="2" fill="hold" grpId="2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145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2E75B5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146" restart="whenNotActive" fill="hold" evtFilter="cancelBubble" nodeType="interactiveSeq">
                <p:stCondLst>
                  <p:cond evt="onClick" delay="0">
                    <p:tgtEl>
                      <p:spTgt spid="1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7" fill="hold">
                      <p:stCondLst>
                        <p:cond delay="0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150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3" presetClass="emph" presetSubtype="2" fill="hold" grpId="2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154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2E75B5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4"/>
                  </p:tgtEl>
                </p:cond>
              </p:nextCondLst>
            </p:seq>
            <p:seq concurrent="1" nextAc="seek">
              <p:cTn id="155" restart="whenNotActive" fill="hold" evtFilter="cancelBubble" nodeType="interactiveSeq">
                <p:stCondLst>
                  <p:cond evt="onClick" delay="0">
                    <p:tgtEl>
                      <p:spTgt spid="1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6" fill="hold">
                      <p:stCondLst>
                        <p:cond delay="0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159" dur="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3" presetClass="emph" presetSubtype="2" fill="hold" grpId="2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163" dur="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2E75B5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"/>
                  </p:tgtEl>
                </p:cond>
              </p:nextCondLst>
            </p:seq>
            <p:seq concurrent="1" nextAc="seek">
              <p:cTn id="164" restart="whenNotActive" fill="hold" evtFilter="cancelBubble" nodeType="interactiveSeq">
                <p:stCondLst>
                  <p:cond evt="onClick" delay="0">
                    <p:tgtEl>
                      <p:spTgt spid="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5" fill="hold">
                      <p:stCondLst>
                        <p:cond delay="0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168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3" presetClass="emph" presetSubtype="2" fill="hold" grpId="2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172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2E75B5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"/>
                  </p:tgtEl>
                </p:cond>
              </p:nextCondLst>
            </p:seq>
            <p:seq concurrent="1" nextAc="seek">
              <p:cTn id="173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4" fill="hold">
                      <p:stCondLst>
                        <p:cond delay="0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177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3" presetClass="emph" presetSubtype="2" fill="hold" grpId="2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181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2E75B5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18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3" fill="hold">
                      <p:stCondLst>
                        <p:cond delay="0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186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3" presetClass="emph" presetSubtype="2" fill="hold" grpId="2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190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2E75B5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191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2" fill="hold">
                      <p:stCondLst>
                        <p:cond delay="0"/>
                      </p:stCondLst>
                      <p:childTnLst>
                        <p:par>
                          <p:cTn id="193" fill="hold">
                            <p:stCondLst>
                              <p:cond delay="0"/>
                            </p:stCondLst>
                            <p:childTnLst>
                              <p:par>
                                <p:cTn id="194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195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3" presetClass="emph" presetSubtype="2" fill="hold" grpId="2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199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2E75B5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200" restart="whenNotActive" fill="hold" evtFilter="cancelBubble" nodeType="interactiveSeq">
                <p:stCondLst>
                  <p:cond evt="onClick" delay="0">
                    <p:tgtEl>
                      <p:spTgt spid="1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01" fill="hold">
                      <p:stCondLst>
                        <p:cond delay="0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204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3" presetClass="emph" presetSubtype="2" fill="hold" grpId="2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208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2E75B5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5"/>
                  </p:tgtEl>
                </p:cond>
              </p:nextCondLst>
            </p:seq>
            <p:seq concurrent="1" nextAc="seek">
              <p:cTn id="209" restart="whenNotActive" fill="hold" evtFilter="cancelBubble" nodeType="interactiveSeq">
                <p:stCondLst>
                  <p:cond evt="onClick" delay="0">
                    <p:tgtEl>
                      <p:spTgt spid="1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0" fill="hold">
                      <p:stCondLst>
                        <p:cond delay="0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213" dur="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4" fill="hold">
                      <p:stCondLst>
                        <p:cond delay="indefinite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3" presetClass="emph" presetSubtype="2" fill="hold" grpId="2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217" dur="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2E75B5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"/>
                  </p:tgtEl>
                </p:cond>
              </p:nextCondLst>
            </p:seq>
            <p:seq concurrent="1" nextAc="seek">
              <p:cTn id="218" restart="whenNotActive" fill="hold" evtFilter="cancelBubble" nodeType="interactiveSeq">
                <p:stCondLst>
                  <p:cond evt="onClick" delay="0">
                    <p:tgtEl>
                      <p:spTgt spid="2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9" fill="hold">
                      <p:stCondLst>
                        <p:cond delay="0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222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3" presetClass="emph" presetSubtype="2" fill="hold" grpId="2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226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2E75B5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"/>
                  </p:tgtEl>
                </p:cond>
              </p:nextCondLst>
            </p:seq>
            <p:seq concurrent="1" nextAc="seek">
              <p:cTn id="227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8" fill="hold">
                      <p:stCondLst>
                        <p:cond delay="0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3" presetClass="emph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231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FFFF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2" fill="hold">
                      <p:stCondLst>
                        <p:cond delay="indefinite"/>
                      </p:stCondLst>
                      <p:childTnLst>
                        <p:par>
                          <p:cTn id="233" fill="hold">
                            <p:stCondLst>
                              <p:cond delay="0"/>
                            </p:stCondLst>
                            <p:childTnLst>
                              <p:par>
                                <p:cTn id="234" presetID="3" presetClass="emph" presetSubtype="2" fill="hold" grpId="2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235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2E75B5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seq concurrent="1" nextAc="seek">
              <p:cTn id="236" restart="whenNotActive" fill="hold" evtFilter="cancelBubble" nodeType="interactiveSeq">
                <p:stCondLst>
                  <p:cond evt="onClick" delay="0">
                    <p:tgtEl>
                      <p:spTgt spid="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7" fill="hold">
                      <p:stCondLst>
                        <p:cond delay="0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3" presetClass="emph" presetSubtype="2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240" dur="2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2E75B5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41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242" dur="2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2E75B5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43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244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2E75B5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45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246" dur="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2E75B5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47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248" dur="2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2E75B5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49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250" dur="2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2E75B5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1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252" dur="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2E75B5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3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254" dur="2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2E75B5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5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256" dur="2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2E75B5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7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258" dur="2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2E75B5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59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260" dur="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2E75B5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61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262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2E75B5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63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264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2E75B5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65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266" dur="25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2E75B5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67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268" dur="2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2E75B5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69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270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2E75B5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71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272" dur="2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2E75B5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73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274" dur="2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2E75B5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75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276" dur="2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2E75B5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77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278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2E75B5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79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280" dur="2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2E75B5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81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282" dur="2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2E75B5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83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284" dur="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2E75B5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85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286" dur="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2E75B5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87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288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2E75B5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289" presetID="3" presetClass="emph" presetSubtype="2" fill="hold" grpId="1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290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2E75B5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2"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4" grpId="2"/>
      <p:bldP spid="8" grpId="0"/>
      <p:bldP spid="8" grpId="1"/>
      <p:bldP spid="8" grpId="2"/>
      <p:bldP spid="12" grpId="0"/>
      <p:bldP spid="12" grpId="1"/>
      <p:bldP spid="12" grpId="2"/>
      <p:bldP spid="16" grpId="0"/>
      <p:bldP spid="16" grpId="1"/>
      <p:bldP spid="16" grpId="2"/>
      <p:bldP spid="20" grpId="0"/>
      <p:bldP spid="20" grpId="1"/>
      <p:bldP spid="20" grpId="2"/>
      <p:bldP spid="24" grpId="0"/>
      <p:bldP spid="24" grpId="1"/>
      <p:bldP spid="24" grpId="2"/>
      <p:bldP spid="30" grpId="0"/>
      <p:bldP spid="30" grpId="1"/>
      <p:bldP spid="30" grpId="2"/>
      <p:bldP spid="5" grpId="0"/>
      <p:bldP spid="5" grpId="1"/>
      <p:bldP spid="5" grpId="2"/>
      <p:bldP spid="9" grpId="0"/>
      <p:bldP spid="9" grpId="1"/>
      <p:bldP spid="9" grpId="2"/>
      <p:bldP spid="13" grpId="0"/>
      <p:bldP spid="13" grpId="1"/>
      <p:bldP spid="13" grpId="2"/>
      <p:bldP spid="17" grpId="0"/>
      <p:bldP spid="17" grpId="1"/>
      <p:bldP spid="17" grpId="2"/>
      <p:bldP spid="21" grpId="0"/>
      <p:bldP spid="21" grpId="1"/>
      <p:bldP spid="21" grpId="2"/>
      <p:bldP spid="25" grpId="0"/>
      <p:bldP spid="25" grpId="1"/>
      <p:bldP spid="25" grpId="2"/>
      <p:bldP spid="31" grpId="0"/>
      <p:bldP spid="31" grpId="1"/>
      <p:bldP spid="31" grpId="2"/>
      <p:bldP spid="6" grpId="0"/>
      <p:bldP spid="6" grpId="1"/>
      <p:bldP spid="6" grpId="2"/>
      <p:bldP spid="10" grpId="0"/>
      <p:bldP spid="10" grpId="1"/>
      <p:bldP spid="10" grpId="2"/>
      <p:bldP spid="14" grpId="0"/>
      <p:bldP spid="14" grpId="1"/>
      <p:bldP spid="14" grpId="2"/>
      <p:bldP spid="18" grpId="0"/>
      <p:bldP spid="18" grpId="1"/>
      <p:bldP spid="18" grpId="2"/>
      <p:bldP spid="22" grpId="0"/>
      <p:bldP spid="22" grpId="1"/>
      <p:bldP spid="22" grpId="2"/>
      <p:bldP spid="26" grpId="0"/>
      <p:bldP spid="26" grpId="1"/>
      <p:bldP spid="26" grpId="2"/>
      <p:bldP spid="7" grpId="0"/>
      <p:bldP spid="7" grpId="1"/>
      <p:bldP spid="7" grpId="2"/>
      <p:bldP spid="11" grpId="0"/>
      <p:bldP spid="11" grpId="1"/>
      <p:bldP spid="11" grpId="2"/>
      <p:bldP spid="15" grpId="0"/>
      <p:bldP spid="15" grpId="1"/>
      <p:bldP spid="15" grpId="2"/>
      <p:bldP spid="19" grpId="0"/>
      <p:bldP spid="19" grpId="1"/>
      <p:bldP spid="19" grpId="2"/>
      <p:bldP spid="23" grpId="0"/>
      <p:bldP spid="23" grpId="1"/>
      <p:bldP spid="23" grpId="2"/>
      <p:bldP spid="27" grpId="0"/>
      <p:bldP spid="27" grpId="1"/>
      <p:bldP spid="27" grpId="2"/>
    </p:bld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27</Words>
  <Application>Microsoft Office PowerPoint</Application>
  <PresentationFormat>Widescreen</PresentationFormat>
  <Paragraphs>27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テーマ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tekhno logic</dc:creator>
  <cp:lastModifiedBy>MR.Mohamed Hamed</cp:lastModifiedBy>
  <cp:revision>1</cp:revision>
  <dcterms:created xsi:type="dcterms:W3CDTF">2016-01-15T11:12:34Z</dcterms:created>
  <dcterms:modified xsi:type="dcterms:W3CDTF">2020-10-10T13:34:04Z</dcterms:modified>
</cp:coreProperties>
</file>