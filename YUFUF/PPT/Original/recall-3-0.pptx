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 Words" id="{D3F35239-A491-4223-93B0-C77FBBE9E918}">
          <p14:sldIdLst>
            <p14:sldId id="257"/>
          </p14:sldIdLst>
        </p14:section>
        <p14:section name="9 Words" id="{B8CE1388-C899-48E4-8D05-16C4584D642D}">
          <p14:sldIdLst>
            <p14:sldId id="258"/>
          </p14:sldIdLst>
        </p14:section>
        <p14:section name="12 Words" id="{46CDD16F-8EA1-48FE-96B4-CB0CEF33DBF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A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87821" autoAdjust="0"/>
  </p:normalViewPr>
  <p:slideViewPr>
    <p:cSldViewPr snapToGrid="0" showGuides="1">
      <p:cViewPr varScale="1">
        <p:scale>
          <a:sx n="59" d="100"/>
          <a:sy n="59" d="100"/>
        </p:scale>
        <p:origin x="88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98D84-3825-41EC-A022-4E8EA74CF42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B4149-7882-4BB8-9A71-744CD558F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817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Select</a:t>
            </a:r>
            <a:r>
              <a:rPr lang="en-GB" baseline="0" dirty="0"/>
              <a:t> the text and write your word or phrase.</a:t>
            </a:r>
            <a:endParaRPr lang="en-GB" dirty="0"/>
          </a:p>
          <a:p>
            <a:r>
              <a:rPr lang="en-GB" dirty="0"/>
              <a:t>Click on</a:t>
            </a:r>
            <a:r>
              <a:rPr lang="en-GB" baseline="0" dirty="0"/>
              <a:t> a speech bubble to make the text disappear.</a:t>
            </a:r>
          </a:p>
          <a:p>
            <a:r>
              <a:rPr lang="en-GB" baseline="0" dirty="0"/>
              <a:t>Click on reset to make the text reappear.</a:t>
            </a:r>
          </a:p>
          <a:p>
            <a:r>
              <a:rPr lang="en-GB" baseline="0" dirty="0"/>
              <a:t>Click on hide all to make all the text disappear.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0B4149-7882-4BB8-9A71-744CD558FF3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285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Select</a:t>
            </a:r>
            <a:r>
              <a:rPr lang="en-GB" baseline="0" dirty="0"/>
              <a:t> the text and write your word or phrase.</a:t>
            </a:r>
            <a:endParaRPr lang="en-GB" dirty="0"/>
          </a:p>
          <a:p>
            <a:r>
              <a:rPr lang="en-GB" dirty="0"/>
              <a:t>Click on</a:t>
            </a:r>
            <a:r>
              <a:rPr lang="en-GB" baseline="0" dirty="0"/>
              <a:t> a speech bubble to make the text disappear.</a:t>
            </a:r>
          </a:p>
          <a:p>
            <a:r>
              <a:rPr lang="en-GB" baseline="0" dirty="0"/>
              <a:t>Click on reset to make the text reappear.</a:t>
            </a:r>
          </a:p>
          <a:p>
            <a:r>
              <a:rPr lang="en-GB" baseline="0" dirty="0"/>
              <a:t>Click on hide all to make all the text disappear.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0B4149-7882-4BB8-9A71-744CD558FF3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802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Select</a:t>
            </a:r>
            <a:r>
              <a:rPr lang="en-GB" baseline="0" dirty="0"/>
              <a:t> the text and write your word or phrase.</a:t>
            </a:r>
            <a:endParaRPr lang="en-GB" dirty="0"/>
          </a:p>
          <a:p>
            <a:r>
              <a:rPr lang="en-GB" dirty="0"/>
              <a:t>Click on</a:t>
            </a:r>
            <a:r>
              <a:rPr lang="en-GB" baseline="0" dirty="0"/>
              <a:t> a speech bubble to make the text disappear.</a:t>
            </a:r>
          </a:p>
          <a:p>
            <a:r>
              <a:rPr lang="en-GB" baseline="0" dirty="0"/>
              <a:t>Click on reset to make the text reappear.</a:t>
            </a:r>
          </a:p>
          <a:p>
            <a:r>
              <a:rPr lang="en-GB" baseline="0" dirty="0"/>
              <a:t>Click on hide all to make all the text disappear.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0B4149-7882-4BB8-9A71-744CD558FF3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698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61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96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30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98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21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45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14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92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23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06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19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5917C-81D2-4F8D-882E-D27B82AE4012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1FD62-407C-4ECA-97E8-97D664971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20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SET BUTTON"/>
          <p:cNvSpPr/>
          <p:nvPr/>
        </p:nvSpPr>
        <p:spPr>
          <a:xfrm>
            <a:off x="4186363" y="6017790"/>
            <a:ext cx="1800000" cy="540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</a:p>
        </p:txBody>
      </p:sp>
      <p:sp>
        <p:nvSpPr>
          <p:cNvPr id="15" name="HIDE ALL BUTTON"/>
          <p:cNvSpPr/>
          <p:nvPr/>
        </p:nvSpPr>
        <p:spPr>
          <a:xfrm>
            <a:off x="6207703" y="6017790"/>
            <a:ext cx="1800000" cy="5400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HIDE ALL</a:t>
            </a:r>
            <a:endParaRPr lang="en-US" sz="2400" dirty="0"/>
          </a:p>
        </p:txBody>
      </p:sp>
      <p:sp>
        <p:nvSpPr>
          <p:cNvPr id="9" name="SPEECH BUBBLE 1"/>
          <p:cNvSpPr/>
          <p:nvPr/>
        </p:nvSpPr>
        <p:spPr>
          <a:xfrm>
            <a:off x="189328" y="1282611"/>
            <a:ext cx="3600000" cy="1554480"/>
          </a:xfrm>
          <a:prstGeom prst="wedgeEllipseCallout">
            <a:avLst>
              <a:gd name="adj1" fmla="val -42846"/>
              <a:gd name="adj2" fmla="val 61520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600" b="1" dirty="0">
                <a:solidFill>
                  <a:schemeClr val="tx1"/>
                </a:solidFill>
                <a:cs typeface="Arial" panose="020B0604020202020204" pitchFamily="34" charset="0"/>
              </a:rPr>
              <a:t>أسد</a:t>
            </a:r>
            <a:endParaRPr lang="en-US" sz="36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SPEECH BUBBLE 2"/>
          <p:cNvSpPr/>
          <p:nvPr/>
        </p:nvSpPr>
        <p:spPr>
          <a:xfrm>
            <a:off x="4270498" y="1282611"/>
            <a:ext cx="3600000" cy="1554480"/>
          </a:xfrm>
          <a:prstGeom prst="wedgeEllipseCallout">
            <a:avLst>
              <a:gd name="adj1" fmla="val 40152"/>
              <a:gd name="adj2" fmla="val 57598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600" b="1" dirty="0">
                <a:solidFill>
                  <a:schemeClr val="tx1"/>
                </a:solidFill>
                <a:cs typeface="Arial" panose="020B0604020202020204" pitchFamily="34" charset="0"/>
              </a:rPr>
              <a:t>زرافة</a:t>
            </a:r>
            <a:endParaRPr lang="en-US" sz="36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1" name="SPEECH BUBBLE 3"/>
          <p:cNvSpPr/>
          <p:nvPr/>
        </p:nvSpPr>
        <p:spPr>
          <a:xfrm>
            <a:off x="8351668" y="1282611"/>
            <a:ext cx="3600000" cy="1554480"/>
          </a:xfrm>
          <a:prstGeom prst="wedgeEllipseCallout">
            <a:avLst>
              <a:gd name="adj1" fmla="val 39718"/>
              <a:gd name="adj2" fmla="val 60172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600" b="1" dirty="0">
                <a:solidFill>
                  <a:schemeClr val="tx1"/>
                </a:solidFill>
                <a:cs typeface="Arial" panose="020B0604020202020204" pitchFamily="34" charset="0"/>
              </a:rPr>
              <a:t>قطة</a:t>
            </a:r>
            <a:endParaRPr lang="en-US" sz="36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2" name="SPEECH BUBBLE 4"/>
          <p:cNvSpPr/>
          <p:nvPr/>
        </p:nvSpPr>
        <p:spPr>
          <a:xfrm>
            <a:off x="2134447" y="3353391"/>
            <a:ext cx="3600000" cy="1554480"/>
          </a:xfrm>
          <a:prstGeom prst="wedgeEllipseCallout">
            <a:avLst>
              <a:gd name="adj1" fmla="val -27123"/>
              <a:gd name="adj2" fmla="val 69853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600" b="1" dirty="0">
                <a:solidFill>
                  <a:schemeClr val="tx1"/>
                </a:solidFill>
                <a:cs typeface="Arial" panose="020B0604020202020204" pitchFamily="34" charset="0"/>
              </a:rPr>
              <a:t>فهد</a:t>
            </a:r>
            <a:endParaRPr lang="en-US" sz="36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3" name="SPEECH BUBBLE 5"/>
          <p:cNvSpPr/>
          <p:nvPr/>
        </p:nvSpPr>
        <p:spPr>
          <a:xfrm>
            <a:off x="6215617" y="3353391"/>
            <a:ext cx="3600000" cy="1554480"/>
          </a:xfrm>
          <a:prstGeom prst="wedgeEllipseCallout">
            <a:avLst>
              <a:gd name="adj1" fmla="val -31303"/>
              <a:gd name="adj2" fmla="val 63604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600" b="1" dirty="0">
                <a:solidFill>
                  <a:schemeClr val="tx1"/>
                </a:solidFill>
                <a:cs typeface="Arial" panose="020B0604020202020204" pitchFamily="34" charset="0"/>
              </a:rPr>
              <a:t>نمر</a:t>
            </a:r>
            <a:endParaRPr lang="en-US" sz="36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85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SET BUTTON"/>
          <p:cNvSpPr/>
          <p:nvPr/>
        </p:nvSpPr>
        <p:spPr>
          <a:xfrm>
            <a:off x="4186363" y="6017790"/>
            <a:ext cx="1800000" cy="540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</a:p>
        </p:txBody>
      </p:sp>
      <p:sp>
        <p:nvSpPr>
          <p:cNvPr id="15" name="HIDE ALL BUTTON"/>
          <p:cNvSpPr/>
          <p:nvPr/>
        </p:nvSpPr>
        <p:spPr>
          <a:xfrm>
            <a:off x="6207703" y="6017790"/>
            <a:ext cx="1800000" cy="5400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HIDE ALL</a:t>
            </a:r>
            <a:endParaRPr lang="en-US" sz="2400" dirty="0"/>
          </a:p>
        </p:txBody>
      </p:sp>
      <p:sp>
        <p:nvSpPr>
          <p:cNvPr id="9" name="SPEECH BUBBLE 1"/>
          <p:cNvSpPr/>
          <p:nvPr/>
        </p:nvSpPr>
        <p:spPr>
          <a:xfrm>
            <a:off x="242520" y="213360"/>
            <a:ext cx="3600000" cy="1554480"/>
          </a:xfrm>
          <a:prstGeom prst="wedgeEllipseCallout">
            <a:avLst>
              <a:gd name="adj1" fmla="val -42846"/>
              <a:gd name="adj2" fmla="val 61520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0" name="SPEECH BUBBLE 2"/>
          <p:cNvSpPr/>
          <p:nvPr/>
        </p:nvSpPr>
        <p:spPr>
          <a:xfrm>
            <a:off x="4323690" y="213360"/>
            <a:ext cx="3600000" cy="1554480"/>
          </a:xfrm>
          <a:prstGeom prst="wedgeEllipseCallout">
            <a:avLst>
              <a:gd name="adj1" fmla="val 40152"/>
              <a:gd name="adj2" fmla="val 57598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1" name="SPEECH BUBBLE 3"/>
          <p:cNvSpPr/>
          <p:nvPr/>
        </p:nvSpPr>
        <p:spPr>
          <a:xfrm>
            <a:off x="8404860" y="213360"/>
            <a:ext cx="3600000" cy="1554480"/>
          </a:xfrm>
          <a:prstGeom prst="wedgeEllipseCallout">
            <a:avLst>
              <a:gd name="adj1" fmla="val 39718"/>
              <a:gd name="adj2" fmla="val 60172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2" name="SPEECH BUBBLE 4"/>
          <p:cNvSpPr/>
          <p:nvPr/>
        </p:nvSpPr>
        <p:spPr>
          <a:xfrm>
            <a:off x="228904" y="2209800"/>
            <a:ext cx="3600000" cy="1554480"/>
          </a:xfrm>
          <a:prstGeom prst="wedgeEllipseCallout">
            <a:avLst>
              <a:gd name="adj1" fmla="val -27123"/>
              <a:gd name="adj2" fmla="val 69853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3" name="SPEECH BUBBLE 5"/>
          <p:cNvSpPr/>
          <p:nvPr/>
        </p:nvSpPr>
        <p:spPr>
          <a:xfrm>
            <a:off x="4310074" y="2209800"/>
            <a:ext cx="3600000" cy="1554480"/>
          </a:xfrm>
          <a:prstGeom prst="wedgeEllipseCallout">
            <a:avLst>
              <a:gd name="adj1" fmla="val -31303"/>
              <a:gd name="adj2" fmla="val 63604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6" name="SPEECH BUBBLE 6"/>
          <p:cNvSpPr/>
          <p:nvPr/>
        </p:nvSpPr>
        <p:spPr>
          <a:xfrm>
            <a:off x="8404860" y="2209800"/>
            <a:ext cx="3600000" cy="1554480"/>
          </a:xfrm>
          <a:prstGeom prst="wedgeEllipseCallout">
            <a:avLst>
              <a:gd name="adj1" fmla="val 38306"/>
              <a:gd name="adj2" fmla="val 61708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7" name="SPEECH BUBBLE 7"/>
          <p:cNvSpPr/>
          <p:nvPr/>
        </p:nvSpPr>
        <p:spPr>
          <a:xfrm>
            <a:off x="291634" y="4099560"/>
            <a:ext cx="3600000" cy="1554480"/>
          </a:xfrm>
          <a:prstGeom prst="wedgeEllipseCallout">
            <a:avLst>
              <a:gd name="adj1" fmla="val -42846"/>
              <a:gd name="adj2" fmla="val 61520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9" name="SPEECH BUBBLE 8"/>
          <p:cNvSpPr/>
          <p:nvPr/>
        </p:nvSpPr>
        <p:spPr>
          <a:xfrm>
            <a:off x="4310074" y="4099560"/>
            <a:ext cx="3600000" cy="1554480"/>
          </a:xfrm>
          <a:prstGeom prst="wedgeEllipseCallout">
            <a:avLst>
              <a:gd name="adj1" fmla="val 48245"/>
              <a:gd name="adj2" fmla="val 43556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8" name="SPEECH BUBBLE 9"/>
          <p:cNvSpPr/>
          <p:nvPr/>
        </p:nvSpPr>
        <p:spPr>
          <a:xfrm>
            <a:off x="8404860" y="4099560"/>
            <a:ext cx="3600000" cy="1554480"/>
          </a:xfrm>
          <a:prstGeom prst="wedgeEllipseCallout">
            <a:avLst>
              <a:gd name="adj1" fmla="val 34426"/>
              <a:gd name="adj2" fmla="val 69363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6455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SET BUTTON"/>
          <p:cNvSpPr/>
          <p:nvPr/>
        </p:nvSpPr>
        <p:spPr>
          <a:xfrm>
            <a:off x="4186363" y="6017790"/>
            <a:ext cx="1800000" cy="540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</a:p>
        </p:txBody>
      </p:sp>
      <p:sp>
        <p:nvSpPr>
          <p:cNvPr id="15" name="HIDE ALL BUTTON"/>
          <p:cNvSpPr/>
          <p:nvPr/>
        </p:nvSpPr>
        <p:spPr>
          <a:xfrm>
            <a:off x="6207703" y="6017790"/>
            <a:ext cx="1800000" cy="5400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HIDE ALL</a:t>
            </a:r>
            <a:endParaRPr lang="en-US" sz="2400" dirty="0"/>
          </a:p>
        </p:txBody>
      </p:sp>
      <p:sp>
        <p:nvSpPr>
          <p:cNvPr id="9" name="SPEECH BUBBLE 1"/>
          <p:cNvSpPr/>
          <p:nvPr/>
        </p:nvSpPr>
        <p:spPr>
          <a:xfrm>
            <a:off x="134400" y="213360"/>
            <a:ext cx="2880000" cy="1554480"/>
          </a:xfrm>
          <a:prstGeom prst="wedgeEllipseCallout">
            <a:avLst>
              <a:gd name="adj1" fmla="val -42846"/>
              <a:gd name="adj2" fmla="val 61520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0" name="SPEECH BUBBLE 2"/>
          <p:cNvSpPr/>
          <p:nvPr/>
        </p:nvSpPr>
        <p:spPr>
          <a:xfrm>
            <a:off x="3148800" y="213360"/>
            <a:ext cx="2880000" cy="1554480"/>
          </a:xfrm>
          <a:prstGeom prst="wedgeEllipseCallout">
            <a:avLst>
              <a:gd name="adj1" fmla="val 40152"/>
              <a:gd name="adj2" fmla="val 57598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1" name="SPEECH BUBBLE 3"/>
          <p:cNvSpPr/>
          <p:nvPr/>
        </p:nvSpPr>
        <p:spPr>
          <a:xfrm>
            <a:off x="6163200" y="299763"/>
            <a:ext cx="2880000" cy="1554480"/>
          </a:xfrm>
          <a:prstGeom prst="wedgeEllipseCallout">
            <a:avLst>
              <a:gd name="adj1" fmla="val 39718"/>
              <a:gd name="adj2" fmla="val 60172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23" name="SPEECH BUBBLE 4"/>
          <p:cNvSpPr/>
          <p:nvPr/>
        </p:nvSpPr>
        <p:spPr>
          <a:xfrm>
            <a:off x="9177600" y="305093"/>
            <a:ext cx="2880000" cy="1554480"/>
          </a:xfrm>
          <a:prstGeom prst="wedgeEllipseCallout">
            <a:avLst>
              <a:gd name="adj1" fmla="val 39718"/>
              <a:gd name="adj2" fmla="val 60172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2" name="SPEECH BUBBLE 5"/>
          <p:cNvSpPr/>
          <p:nvPr/>
        </p:nvSpPr>
        <p:spPr>
          <a:xfrm>
            <a:off x="134400" y="2156460"/>
            <a:ext cx="2880000" cy="1554480"/>
          </a:xfrm>
          <a:prstGeom prst="wedgeEllipseCallout">
            <a:avLst>
              <a:gd name="adj1" fmla="val -27123"/>
              <a:gd name="adj2" fmla="val 69853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3" name="SPEECH BUBBLE 6"/>
          <p:cNvSpPr/>
          <p:nvPr/>
        </p:nvSpPr>
        <p:spPr>
          <a:xfrm>
            <a:off x="3148800" y="2156460"/>
            <a:ext cx="2880000" cy="1554480"/>
          </a:xfrm>
          <a:prstGeom prst="wedgeEllipseCallout">
            <a:avLst>
              <a:gd name="adj1" fmla="val -31303"/>
              <a:gd name="adj2" fmla="val 63604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6" name="SPEECH BUBBLE 7"/>
          <p:cNvSpPr/>
          <p:nvPr/>
        </p:nvSpPr>
        <p:spPr>
          <a:xfrm>
            <a:off x="6163200" y="2216715"/>
            <a:ext cx="2880000" cy="1554480"/>
          </a:xfrm>
          <a:prstGeom prst="wedgeEllipseCallout">
            <a:avLst>
              <a:gd name="adj1" fmla="val 38306"/>
              <a:gd name="adj2" fmla="val 61708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24" name="SPEECH BUBBLE 8"/>
          <p:cNvSpPr/>
          <p:nvPr/>
        </p:nvSpPr>
        <p:spPr>
          <a:xfrm>
            <a:off x="9177600" y="2219380"/>
            <a:ext cx="2880000" cy="1554480"/>
          </a:xfrm>
          <a:prstGeom prst="wedgeEllipseCallout">
            <a:avLst>
              <a:gd name="adj1" fmla="val 38306"/>
              <a:gd name="adj2" fmla="val 61708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7" name="SPEECH BUBBLE 9"/>
          <p:cNvSpPr/>
          <p:nvPr/>
        </p:nvSpPr>
        <p:spPr>
          <a:xfrm>
            <a:off x="134400" y="4099560"/>
            <a:ext cx="2880000" cy="1554480"/>
          </a:xfrm>
          <a:prstGeom prst="wedgeEllipseCallout">
            <a:avLst>
              <a:gd name="adj1" fmla="val -42846"/>
              <a:gd name="adj2" fmla="val 61520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8" name="SPEECH BUBBLE 10"/>
          <p:cNvSpPr/>
          <p:nvPr/>
        </p:nvSpPr>
        <p:spPr>
          <a:xfrm>
            <a:off x="6163200" y="4133666"/>
            <a:ext cx="2880000" cy="1554480"/>
          </a:xfrm>
          <a:prstGeom prst="wedgeEllipseCallout">
            <a:avLst>
              <a:gd name="adj1" fmla="val 34426"/>
              <a:gd name="adj2" fmla="val 69363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19" name="SPEECH BUBBLE 11"/>
          <p:cNvSpPr/>
          <p:nvPr/>
        </p:nvSpPr>
        <p:spPr>
          <a:xfrm>
            <a:off x="3148800" y="4099560"/>
            <a:ext cx="2880000" cy="1554480"/>
          </a:xfrm>
          <a:prstGeom prst="wedgeEllipseCallout">
            <a:avLst>
              <a:gd name="adj1" fmla="val 48245"/>
              <a:gd name="adj2" fmla="val 43556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  <p:sp>
        <p:nvSpPr>
          <p:cNvPr id="25" name="SPEECH BUBBLE 12"/>
          <p:cNvSpPr/>
          <p:nvPr/>
        </p:nvSpPr>
        <p:spPr>
          <a:xfrm>
            <a:off x="9177600" y="4133666"/>
            <a:ext cx="2880000" cy="1554480"/>
          </a:xfrm>
          <a:prstGeom prst="wedgeEllipseCallout">
            <a:avLst>
              <a:gd name="adj1" fmla="val 34426"/>
              <a:gd name="adj2" fmla="val 69363"/>
            </a:avLst>
          </a:prstGeom>
          <a:solidFill>
            <a:schemeClr val="bg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15188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161</Words>
  <Application>Microsoft Office PowerPoint</Application>
  <PresentationFormat>Widescreen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テーマ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tekhnologic</dc:creator>
  <cp:lastModifiedBy>MR.Mohamed Hamed</cp:lastModifiedBy>
  <cp:revision>2</cp:revision>
  <dcterms:created xsi:type="dcterms:W3CDTF">2016-02-19T09:54:36Z</dcterms:created>
  <dcterms:modified xsi:type="dcterms:W3CDTF">2020-10-26T17:14:47Z</dcterms:modified>
</cp:coreProperties>
</file>