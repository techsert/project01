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8B52"/>
    <a:srgbClr val="E6A5DC"/>
    <a:srgbClr val="AA7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9" autoAdjust="0"/>
    <p:restoredTop sz="90370" autoAdjust="0"/>
  </p:normalViewPr>
  <p:slideViewPr>
    <p:cSldViewPr snapToGrid="0">
      <p:cViewPr varScale="1">
        <p:scale>
          <a:sx n="61" d="100"/>
          <a:sy n="61" d="100"/>
        </p:scale>
        <p:origin x="6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BA050-5E27-4C87-9513-E8B40BE52BB6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8DA9B-EF7B-4AFE-B391-73F8B9AFDA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718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A NUMBER TO GO TO A QUESTION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2170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683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7001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888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138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788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070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113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707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048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392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913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4996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603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1188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4693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2679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226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089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8049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9969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088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1264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1210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7187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8920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0096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5756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4852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2778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3457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8390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2174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8083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9557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7302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2696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096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4378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8057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2616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95446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05831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5008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09277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QUESTION BOX TO REVEAL</a:t>
            </a:r>
            <a:r>
              <a:rPr lang="en-GB" baseline="0" dirty="0"/>
              <a:t> THE ANSWER</a:t>
            </a:r>
          </a:p>
          <a:p>
            <a:r>
              <a:rPr lang="en-GB" baseline="0" dirty="0"/>
              <a:t>CLICK ON THE ANSWER BOX TO RETURN TO THE MAIN MENU</a:t>
            </a:r>
            <a:endParaRPr lang="en-GB" dirty="0"/>
          </a:p>
          <a:p>
            <a:endParaRPr lang="en-GB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88DA9B-EF7B-4AFE-B391-73F8B9AFDA92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43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497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15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42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02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714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17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96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458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25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350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5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FFCD3-0B3C-4715-BBA8-9FB92C116B6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6ABB7-1477-400F-B797-231CC7B23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63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slide" Target="slide16.xml"/><Relationship Id="rId18" Type="http://schemas.openxmlformats.org/officeDocument/2006/relationships/slide" Target="slide21.xml"/><Relationship Id="rId26" Type="http://schemas.openxmlformats.org/officeDocument/2006/relationships/slide" Target="slide23.xml"/><Relationship Id="rId39" Type="http://schemas.openxmlformats.org/officeDocument/2006/relationships/slide" Target="slide40.xml"/><Relationship Id="rId21" Type="http://schemas.openxmlformats.org/officeDocument/2006/relationships/slide" Target="slide18.xml"/><Relationship Id="rId34" Type="http://schemas.openxmlformats.org/officeDocument/2006/relationships/slide" Target="slide35.xml"/><Relationship Id="rId42" Type="http://schemas.openxmlformats.org/officeDocument/2006/relationships/slide" Target="slide37.xml"/><Relationship Id="rId47" Type="http://schemas.openxmlformats.org/officeDocument/2006/relationships/slide" Target="slide42.xml"/><Relationship Id="rId7" Type="http://schemas.openxmlformats.org/officeDocument/2006/relationships/slide" Target="slide2.xml"/><Relationship Id="rId2" Type="http://schemas.openxmlformats.org/officeDocument/2006/relationships/notesSlide" Target="../notesSlides/notesSlide1.xml"/><Relationship Id="rId16" Type="http://schemas.openxmlformats.org/officeDocument/2006/relationships/slide" Target="slide13.xml"/><Relationship Id="rId29" Type="http://schemas.openxmlformats.org/officeDocument/2006/relationships/slide" Target="slide3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.xml"/><Relationship Id="rId11" Type="http://schemas.openxmlformats.org/officeDocument/2006/relationships/slide" Target="slide8.xml"/><Relationship Id="rId24" Type="http://schemas.openxmlformats.org/officeDocument/2006/relationships/slide" Target="slide25.xml"/><Relationship Id="rId32" Type="http://schemas.openxmlformats.org/officeDocument/2006/relationships/slide" Target="slide27.xml"/><Relationship Id="rId37" Type="http://schemas.openxmlformats.org/officeDocument/2006/relationships/slide" Target="slide32.xml"/><Relationship Id="rId40" Type="http://schemas.openxmlformats.org/officeDocument/2006/relationships/slide" Target="slide39.xml"/><Relationship Id="rId45" Type="http://schemas.openxmlformats.org/officeDocument/2006/relationships/slide" Target="slide44.xml"/><Relationship Id="rId5" Type="http://schemas.openxmlformats.org/officeDocument/2006/relationships/slide" Target="slide4.xml"/><Relationship Id="rId15" Type="http://schemas.openxmlformats.org/officeDocument/2006/relationships/slide" Target="slide14.xml"/><Relationship Id="rId23" Type="http://schemas.openxmlformats.org/officeDocument/2006/relationships/slide" Target="slide26.xml"/><Relationship Id="rId28" Type="http://schemas.openxmlformats.org/officeDocument/2006/relationships/slide" Target="slide31.xml"/><Relationship Id="rId36" Type="http://schemas.openxmlformats.org/officeDocument/2006/relationships/slide" Target="slide33.xml"/><Relationship Id="rId10" Type="http://schemas.openxmlformats.org/officeDocument/2006/relationships/slide" Target="slide9.xml"/><Relationship Id="rId19" Type="http://schemas.openxmlformats.org/officeDocument/2006/relationships/slide" Target="slide20.xml"/><Relationship Id="rId31" Type="http://schemas.openxmlformats.org/officeDocument/2006/relationships/slide" Target="slide28.xml"/><Relationship Id="rId44" Type="http://schemas.openxmlformats.org/officeDocument/2006/relationships/slide" Target="slide45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29.xml"/><Relationship Id="rId35" Type="http://schemas.openxmlformats.org/officeDocument/2006/relationships/slide" Target="slide34.xml"/><Relationship Id="rId43" Type="http://schemas.openxmlformats.org/officeDocument/2006/relationships/slide" Target="slide46.xml"/><Relationship Id="rId48" Type="http://schemas.openxmlformats.org/officeDocument/2006/relationships/slide" Target="slide1.xml"/><Relationship Id="rId8" Type="http://schemas.openxmlformats.org/officeDocument/2006/relationships/slide" Target="slide11.xml"/><Relationship Id="rId3" Type="http://schemas.openxmlformats.org/officeDocument/2006/relationships/slide" Target="slide6.xml"/><Relationship Id="rId12" Type="http://schemas.openxmlformats.org/officeDocument/2006/relationships/slide" Target="slide7.xml"/><Relationship Id="rId17" Type="http://schemas.openxmlformats.org/officeDocument/2006/relationships/slide" Target="slide12.xml"/><Relationship Id="rId25" Type="http://schemas.openxmlformats.org/officeDocument/2006/relationships/slide" Target="slide24.xml"/><Relationship Id="rId33" Type="http://schemas.openxmlformats.org/officeDocument/2006/relationships/slide" Target="slide36.xml"/><Relationship Id="rId38" Type="http://schemas.openxmlformats.org/officeDocument/2006/relationships/slide" Target="slide41.xml"/><Relationship Id="rId46" Type="http://schemas.openxmlformats.org/officeDocument/2006/relationships/slide" Target="slide43.xml"/><Relationship Id="rId20" Type="http://schemas.openxmlformats.org/officeDocument/2006/relationships/slide" Target="slide19.xml"/><Relationship Id="rId41" Type="http://schemas.openxmlformats.org/officeDocument/2006/relationships/slide" Target="slide3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D 5">
            <a:hlinkClick r:id="rId3" action="ppaction://hlinksldjump"/>
          </p:cNvPr>
          <p:cNvSpPr/>
          <p:nvPr/>
        </p:nvSpPr>
        <p:spPr>
          <a:xfrm>
            <a:off x="737414" y="5548312"/>
            <a:ext cx="1080000" cy="1080000"/>
          </a:xfrm>
          <a:prstGeom prst="roundRect">
            <a:avLst/>
          </a:prstGeom>
          <a:solidFill>
            <a:srgbClr val="FF0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ln w="285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RED 4">
            <a:hlinkClick r:id="rId4" action="ppaction://hlinksldjump"/>
          </p:cNvPr>
          <p:cNvSpPr/>
          <p:nvPr/>
        </p:nvSpPr>
        <p:spPr>
          <a:xfrm>
            <a:off x="737414" y="4366981"/>
            <a:ext cx="1080000" cy="1080000"/>
          </a:xfrm>
          <a:prstGeom prst="roundRect">
            <a:avLst/>
          </a:prstGeom>
          <a:solidFill>
            <a:srgbClr val="FF0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RED 3">
            <a:hlinkClick r:id="rId5" action="ppaction://hlinksldjump"/>
          </p:cNvPr>
          <p:cNvSpPr/>
          <p:nvPr/>
        </p:nvSpPr>
        <p:spPr>
          <a:xfrm>
            <a:off x="737414" y="3185650"/>
            <a:ext cx="1080000" cy="1080000"/>
          </a:xfrm>
          <a:prstGeom prst="roundRect">
            <a:avLst/>
          </a:prstGeom>
          <a:solidFill>
            <a:srgbClr val="FF0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RED 2">
            <a:hlinkClick r:id="rId6" action="ppaction://hlinksldjump"/>
          </p:cNvPr>
          <p:cNvSpPr/>
          <p:nvPr/>
        </p:nvSpPr>
        <p:spPr>
          <a:xfrm>
            <a:off x="737414" y="2004319"/>
            <a:ext cx="1080000" cy="1080000"/>
          </a:xfrm>
          <a:prstGeom prst="roundRect">
            <a:avLst/>
          </a:prstGeom>
          <a:solidFill>
            <a:srgbClr val="FF0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D 1">
            <a:hlinkClick r:id="rId7" action="ppaction://hlinksldjump"/>
          </p:cNvPr>
          <p:cNvSpPr/>
          <p:nvPr/>
        </p:nvSpPr>
        <p:spPr>
          <a:xfrm>
            <a:off x="737414" y="822988"/>
            <a:ext cx="1080000" cy="1080000"/>
          </a:xfrm>
          <a:prstGeom prst="roundRect">
            <a:avLst/>
          </a:prstGeom>
          <a:solidFill>
            <a:srgbClr val="FF0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YELLOW 5">
            <a:hlinkClick r:id="rId8" action="ppaction://hlinksldjump"/>
          </p:cNvPr>
          <p:cNvSpPr/>
          <p:nvPr/>
        </p:nvSpPr>
        <p:spPr>
          <a:xfrm>
            <a:off x="1938685" y="5548312"/>
            <a:ext cx="1080000" cy="1080000"/>
          </a:xfrm>
          <a:prstGeom prst="roundRect">
            <a:avLst/>
          </a:prstGeom>
          <a:solidFill>
            <a:srgbClr val="FFFF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10" name="YELLOW 4">
            <a:hlinkClick r:id="rId9" action="ppaction://hlinksldjump"/>
          </p:cNvPr>
          <p:cNvSpPr/>
          <p:nvPr/>
        </p:nvSpPr>
        <p:spPr>
          <a:xfrm>
            <a:off x="1938685" y="4366981"/>
            <a:ext cx="1080000" cy="1080000"/>
          </a:xfrm>
          <a:prstGeom prst="roundRect">
            <a:avLst/>
          </a:prstGeom>
          <a:solidFill>
            <a:srgbClr val="FFFF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11" name="YELLOW 3">
            <a:hlinkClick r:id="rId10" action="ppaction://hlinksldjump"/>
          </p:cNvPr>
          <p:cNvSpPr/>
          <p:nvPr/>
        </p:nvSpPr>
        <p:spPr>
          <a:xfrm>
            <a:off x="1938685" y="3185650"/>
            <a:ext cx="1080000" cy="1080000"/>
          </a:xfrm>
          <a:prstGeom prst="roundRect">
            <a:avLst/>
          </a:prstGeom>
          <a:solidFill>
            <a:srgbClr val="FFFF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12" name="YELLOW 2">
            <a:hlinkClick r:id="rId11" action="ppaction://hlinksldjump"/>
          </p:cNvPr>
          <p:cNvSpPr/>
          <p:nvPr/>
        </p:nvSpPr>
        <p:spPr>
          <a:xfrm>
            <a:off x="1938685" y="2004319"/>
            <a:ext cx="1080000" cy="1080000"/>
          </a:xfrm>
          <a:prstGeom prst="roundRect">
            <a:avLst/>
          </a:prstGeom>
          <a:solidFill>
            <a:srgbClr val="FFFF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YELLOW 1">
            <a:hlinkClick r:id="rId12" action="ppaction://hlinksldjump"/>
          </p:cNvPr>
          <p:cNvSpPr/>
          <p:nvPr/>
        </p:nvSpPr>
        <p:spPr>
          <a:xfrm>
            <a:off x="1938685" y="822988"/>
            <a:ext cx="1080000" cy="1080000"/>
          </a:xfrm>
          <a:prstGeom prst="roundRect">
            <a:avLst/>
          </a:prstGeom>
          <a:solidFill>
            <a:srgbClr val="FFFF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GREEN 5">
            <a:hlinkClick r:id="rId13" action="ppaction://hlinksldjump"/>
          </p:cNvPr>
          <p:cNvSpPr/>
          <p:nvPr/>
        </p:nvSpPr>
        <p:spPr>
          <a:xfrm>
            <a:off x="3139956" y="5548312"/>
            <a:ext cx="1080000" cy="1080000"/>
          </a:xfrm>
          <a:prstGeom prst="roundRect">
            <a:avLst/>
          </a:prstGeom>
          <a:solidFill>
            <a:srgbClr val="00B05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15" name="GREEN 4">
            <a:hlinkClick r:id="rId14" action="ppaction://hlinksldjump"/>
          </p:cNvPr>
          <p:cNvSpPr/>
          <p:nvPr/>
        </p:nvSpPr>
        <p:spPr>
          <a:xfrm>
            <a:off x="3139956" y="4366981"/>
            <a:ext cx="1080000" cy="1080000"/>
          </a:xfrm>
          <a:prstGeom prst="roundRect">
            <a:avLst/>
          </a:prstGeom>
          <a:solidFill>
            <a:srgbClr val="00B05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16" name="GREEN 3">
            <a:hlinkClick r:id="rId15" action="ppaction://hlinksldjump"/>
          </p:cNvPr>
          <p:cNvSpPr/>
          <p:nvPr/>
        </p:nvSpPr>
        <p:spPr>
          <a:xfrm>
            <a:off x="3139956" y="3185650"/>
            <a:ext cx="1080000" cy="1080000"/>
          </a:xfrm>
          <a:prstGeom prst="roundRect">
            <a:avLst/>
          </a:prstGeom>
          <a:solidFill>
            <a:srgbClr val="00B05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17" name="GREEN 2">
            <a:hlinkClick r:id="rId16" action="ppaction://hlinksldjump"/>
          </p:cNvPr>
          <p:cNvSpPr/>
          <p:nvPr/>
        </p:nvSpPr>
        <p:spPr>
          <a:xfrm>
            <a:off x="3139956" y="2004319"/>
            <a:ext cx="1080000" cy="1080000"/>
          </a:xfrm>
          <a:prstGeom prst="roundRect">
            <a:avLst/>
          </a:prstGeom>
          <a:solidFill>
            <a:srgbClr val="00B05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8" name="GREEN 1">
            <a:hlinkClick r:id="rId17" action="ppaction://hlinksldjump"/>
          </p:cNvPr>
          <p:cNvSpPr/>
          <p:nvPr/>
        </p:nvSpPr>
        <p:spPr>
          <a:xfrm>
            <a:off x="3139956" y="822988"/>
            <a:ext cx="1080000" cy="1080000"/>
          </a:xfrm>
          <a:prstGeom prst="roundRect">
            <a:avLst/>
          </a:prstGeom>
          <a:solidFill>
            <a:srgbClr val="00B05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9" name="BLUE 5">
            <a:hlinkClick r:id="rId18" action="ppaction://hlinksldjump"/>
          </p:cNvPr>
          <p:cNvSpPr/>
          <p:nvPr/>
        </p:nvSpPr>
        <p:spPr>
          <a:xfrm>
            <a:off x="4340129" y="5548312"/>
            <a:ext cx="1080000" cy="1080000"/>
          </a:xfrm>
          <a:prstGeom prst="roundRect">
            <a:avLst/>
          </a:prstGeom>
          <a:solidFill>
            <a:srgbClr val="00B0F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20" name="BLUE 4">
            <a:hlinkClick r:id="rId19" action="ppaction://hlinksldjump"/>
          </p:cNvPr>
          <p:cNvSpPr/>
          <p:nvPr/>
        </p:nvSpPr>
        <p:spPr>
          <a:xfrm>
            <a:off x="4340129" y="4366981"/>
            <a:ext cx="1080000" cy="1080000"/>
          </a:xfrm>
          <a:prstGeom prst="roundRect">
            <a:avLst/>
          </a:prstGeom>
          <a:solidFill>
            <a:srgbClr val="00B0F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21" name="BLUE 3">
            <a:hlinkClick r:id="rId20" action="ppaction://hlinksldjump"/>
          </p:cNvPr>
          <p:cNvSpPr/>
          <p:nvPr/>
        </p:nvSpPr>
        <p:spPr>
          <a:xfrm>
            <a:off x="4340129" y="3185650"/>
            <a:ext cx="1080000" cy="1080000"/>
          </a:xfrm>
          <a:prstGeom prst="roundRect">
            <a:avLst/>
          </a:prstGeom>
          <a:solidFill>
            <a:srgbClr val="00B0F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22" name="BLUE 2">
            <a:hlinkClick r:id="rId21" action="ppaction://hlinksldjump"/>
          </p:cNvPr>
          <p:cNvSpPr/>
          <p:nvPr/>
        </p:nvSpPr>
        <p:spPr>
          <a:xfrm>
            <a:off x="4340129" y="2004319"/>
            <a:ext cx="1080000" cy="1080000"/>
          </a:xfrm>
          <a:prstGeom prst="roundRect">
            <a:avLst/>
          </a:prstGeom>
          <a:solidFill>
            <a:srgbClr val="00B0F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3" name="BLUE 1">
            <a:hlinkClick r:id="rId22" action="ppaction://hlinksldjump"/>
          </p:cNvPr>
          <p:cNvSpPr/>
          <p:nvPr/>
        </p:nvSpPr>
        <p:spPr>
          <a:xfrm>
            <a:off x="4340129" y="822988"/>
            <a:ext cx="1080000" cy="1080000"/>
          </a:xfrm>
          <a:prstGeom prst="roundRect">
            <a:avLst/>
          </a:prstGeom>
          <a:solidFill>
            <a:srgbClr val="00B0F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4" name="PURPLE 5">
            <a:hlinkClick r:id="rId23" action="ppaction://hlinksldjump"/>
          </p:cNvPr>
          <p:cNvSpPr/>
          <p:nvPr/>
        </p:nvSpPr>
        <p:spPr>
          <a:xfrm>
            <a:off x="5541400" y="5548312"/>
            <a:ext cx="1080000" cy="1080000"/>
          </a:xfrm>
          <a:prstGeom prst="roundRect">
            <a:avLst/>
          </a:prstGeom>
          <a:solidFill>
            <a:srgbClr val="7030A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25" name="PURPLE 4">
            <a:hlinkClick r:id="rId24" action="ppaction://hlinksldjump"/>
          </p:cNvPr>
          <p:cNvSpPr/>
          <p:nvPr/>
        </p:nvSpPr>
        <p:spPr>
          <a:xfrm>
            <a:off x="5541400" y="4363440"/>
            <a:ext cx="1080000" cy="1080000"/>
          </a:xfrm>
          <a:prstGeom prst="roundRect">
            <a:avLst/>
          </a:prstGeom>
          <a:solidFill>
            <a:srgbClr val="7030A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26" name="PURPLE 3">
            <a:hlinkClick r:id="rId25" action="ppaction://hlinksldjump"/>
          </p:cNvPr>
          <p:cNvSpPr/>
          <p:nvPr/>
        </p:nvSpPr>
        <p:spPr>
          <a:xfrm>
            <a:off x="5541400" y="3189191"/>
            <a:ext cx="1080000" cy="1080000"/>
          </a:xfrm>
          <a:prstGeom prst="roundRect">
            <a:avLst/>
          </a:prstGeom>
          <a:solidFill>
            <a:srgbClr val="7030A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27" name="PURPLE 2">
            <a:hlinkClick r:id="rId26" action="ppaction://hlinksldjump"/>
          </p:cNvPr>
          <p:cNvSpPr/>
          <p:nvPr/>
        </p:nvSpPr>
        <p:spPr>
          <a:xfrm>
            <a:off x="5541400" y="2004319"/>
            <a:ext cx="1080000" cy="1080000"/>
          </a:xfrm>
          <a:prstGeom prst="roundRect">
            <a:avLst/>
          </a:prstGeom>
          <a:solidFill>
            <a:srgbClr val="7030A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8" name="PURPLE 1">
            <a:hlinkClick r:id="rId27" action="ppaction://hlinksldjump"/>
          </p:cNvPr>
          <p:cNvSpPr/>
          <p:nvPr/>
        </p:nvSpPr>
        <p:spPr>
          <a:xfrm>
            <a:off x="5541400" y="822988"/>
            <a:ext cx="1080000" cy="1080000"/>
          </a:xfrm>
          <a:prstGeom prst="roundRect">
            <a:avLst/>
          </a:prstGeom>
          <a:solidFill>
            <a:srgbClr val="7030A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9" name="PINK 5">
            <a:hlinkClick r:id="rId28" action="ppaction://hlinksldjump"/>
          </p:cNvPr>
          <p:cNvSpPr/>
          <p:nvPr/>
        </p:nvSpPr>
        <p:spPr>
          <a:xfrm>
            <a:off x="6742671" y="5548312"/>
            <a:ext cx="1080000" cy="1080000"/>
          </a:xfrm>
          <a:prstGeom prst="roundRect">
            <a:avLst/>
          </a:prstGeom>
          <a:solidFill>
            <a:srgbClr val="FF6699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0" name="PINK 4">
            <a:hlinkClick r:id="rId29" action="ppaction://hlinksldjump"/>
          </p:cNvPr>
          <p:cNvSpPr/>
          <p:nvPr/>
        </p:nvSpPr>
        <p:spPr>
          <a:xfrm>
            <a:off x="6742671" y="4366981"/>
            <a:ext cx="1080000" cy="1080000"/>
          </a:xfrm>
          <a:prstGeom prst="roundRect">
            <a:avLst/>
          </a:prstGeom>
          <a:solidFill>
            <a:srgbClr val="FF6699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1" name="PINK 3">
            <a:hlinkClick r:id="rId30" action="ppaction://hlinksldjump"/>
          </p:cNvPr>
          <p:cNvSpPr/>
          <p:nvPr/>
        </p:nvSpPr>
        <p:spPr>
          <a:xfrm>
            <a:off x="6742671" y="3185650"/>
            <a:ext cx="1080000" cy="1080000"/>
          </a:xfrm>
          <a:prstGeom prst="roundRect">
            <a:avLst/>
          </a:prstGeom>
          <a:solidFill>
            <a:srgbClr val="FF6699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2" name="PINK 2">
            <a:hlinkClick r:id="rId31" action="ppaction://hlinksldjump"/>
          </p:cNvPr>
          <p:cNvSpPr/>
          <p:nvPr/>
        </p:nvSpPr>
        <p:spPr>
          <a:xfrm>
            <a:off x="6742671" y="2004319"/>
            <a:ext cx="1080000" cy="1080000"/>
          </a:xfrm>
          <a:prstGeom prst="roundRect">
            <a:avLst/>
          </a:prstGeom>
          <a:solidFill>
            <a:srgbClr val="FF6699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3" name="PINK 1">
            <a:hlinkClick r:id="rId32" action="ppaction://hlinksldjump"/>
          </p:cNvPr>
          <p:cNvSpPr/>
          <p:nvPr/>
        </p:nvSpPr>
        <p:spPr>
          <a:xfrm>
            <a:off x="6742671" y="822988"/>
            <a:ext cx="1080000" cy="1080000"/>
          </a:xfrm>
          <a:prstGeom prst="roundRect">
            <a:avLst/>
          </a:prstGeom>
          <a:solidFill>
            <a:srgbClr val="FF6699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4" name="ORANGE 5">
            <a:hlinkClick r:id="rId33" action="ppaction://hlinksldjump"/>
          </p:cNvPr>
          <p:cNvSpPr/>
          <p:nvPr/>
        </p:nvSpPr>
        <p:spPr>
          <a:xfrm>
            <a:off x="7943942" y="5548312"/>
            <a:ext cx="1080000" cy="1080000"/>
          </a:xfrm>
          <a:prstGeom prst="roundRect">
            <a:avLst/>
          </a:prstGeom>
          <a:solidFill>
            <a:srgbClr val="FFC30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5" name="ORANGE 4">
            <a:hlinkClick r:id="rId34" action="ppaction://hlinksldjump"/>
          </p:cNvPr>
          <p:cNvSpPr/>
          <p:nvPr/>
        </p:nvSpPr>
        <p:spPr>
          <a:xfrm>
            <a:off x="7943942" y="4366981"/>
            <a:ext cx="1080000" cy="1080000"/>
          </a:xfrm>
          <a:prstGeom prst="roundRect">
            <a:avLst/>
          </a:prstGeom>
          <a:solidFill>
            <a:srgbClr val="FFC30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6" name="ORANGE 3">
            <a:hlinkClick r:id="rId35" action="ppaction://hlinksldjump"/>
          </p:cNvPr>
          <p:cNvSpPr/>
          <p:nvPr/>
        </p:nvSpPr>
        <p:spPr>
          <a:xfrm>
            <a:off x="7943942" y="3185650"/>
            <a:ext cx="1080000" cy="1080000"/>
          </a:xfrm>
          <a:prstGeom prst="roundRect">
            <a:avLst/>
          </a:prstGeom>
          <a:solidFill>
            <a:srgbClr val="FFC30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37" name="ORANGE 2">
            <a:hlinkClick r:id="rId36" action="ppaction://hlinksldjump"/>
          </p:cNvPr>
          <p:cNvSpPr/>
          <p:nvPr/>
        </p:nvSpPr>
        <p:spPr>
          <a:xfrm>
            <a:off x="7943942" y="2004319"/>
            <a:ext cx="1080000" cy="1080000"/>
          </a:xfrm>
          <a:prstGeom prst="roundRect">
            <a:avLst/>
          </a:prstGeom>
          <a:solidFill>
            <a:srgbClr val="FFC30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8" name="ORANGE 1">
            <a:hlinkClick r:id="rId37" action="ppaction://hlinksldjump"/>
          </p:cNvPr>
          <p:cNvSpPr/>
          <p:nvPr/>
        </p:nvSpPr>
        <p:spPr>
          <a:xfrm>
            <a:off x="7943942" y="822988"/>
            <a:ext cx="1080000" cy="1080000"/>
          </a:xfrm>
          <a:prstGeom prst="roundRect">
            <a:avLst/>
          </a:prstGeom>
          <a:solidFill>
            <a:srgbClr val="FFC301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9" name="BROWN 5">
            <a:hlinkClick r:id="rId38" action="ppaction://hlinksldjump"/>
          </p:cNvPr>
          <p:cNvSpPr/>
          <p:nvPr/>
        </p:nvSpPr>
        <p:spPr>
          <a:xfrm>
            <a:off x="9145213" y="5548312"/>
            <a:ext cx="1080000" cy="1080000"/>
          </a:xfrm>
          <a:prstGeom prst="roundRect">
            <a:avLst/>
          </a:prstGeom>
          <a:solidFill>
            <a:srgbClr val="E673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40" name="BROWN 4">
            <a:hlinkClick r:id="rId39" action="ppaction://hlinksldjump"/>
          </p:cNvPr>
          <p:cNvSpPr/>
          <p:nvPr/>
        </p:nvSpPr>
        <p:spPr>
          <a:xfrm>
            <a:off x="9145213" y="4366981"/>
            <a:ext cx="1080000" cy="1080000"/>
          </a:xfrm>
          <a:prstGeom prst="roundRect">
            <a:avLst/>
          </a:prstGeom>
          <a:solidFill>
            <a:srgbClr val="E673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41" name="BROWN 3">
            <a:hlinkClick r:id="rId40" action="ppaction://hlinksldjump"/>
          </p:cNvPr>
          <p:cNvSpPr/>
          <p:nvPr/>
        </p:nvSpPr>
        <p:spPr>
          <a:xfrm>
            <a:off x="9145213" y="3185650"/>
            <a:ext cx="1080000" cy="1080000"/>
          </a:xfrm>
          <a:prstGeom prst="roundRect">
            <a:avLst/>
          </a:prstGeom>
          <a:solidFill>
            <a:srgbClr val="E673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42" name="BROWN 2">
            <a:hlinkClick r:id="rId41" action="ppaction://hlinksldjump"/>
          </p:cNvPr>
          <p:cNvSpPr/>
          <p:nvPr/>
        </p:nvSpPr>
        <p:spPr>
          <a:xfrm>
            <a:off x="9145213" y="2004319"/>
            <a:ext cx="1080000" cy="1080000"/>
          </a:xfrm>
          <a:prstGeom prst="roundRect">
            <a:avLst/>
          </a:prstGeom>
          <a:solidFill>
            <a:srgbClr val="E673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3" name="BROWN 1">
            <a:hlinkClick r:id="rId42" action="ppaction://hlinksldjump"/>
          </p:cNvPr>
          <p:cNvSpPr/>
          <p:nvPr/>
        </p:nvSpPr>
        <p:spPr>
          <a:xfrm>
            <a:off x="9145213" y="822988"/>
            <a:ext cx="1080000" cy="1080000"/>
          </a:xfrm>
          <a:prstGeom prst="roundRect">
            <a:avLst/>
          </a:prstGeom>
          <a:solidFill>
            <a:srgbClr val="E673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4" name="GRAY 5">
            <a:hlinkClick r:id="rId43" action="ppaction://hlinksldjump"/>
          </p:cNvPr>
          <p:cNvSpPr/>
          <p:nvPr/>
        </p:nvSpPr>
        <p:spPr>
          <a:xfrm>
            <a:off x="10346484" y="5548312"/>
            <a:ext cx="1080000" cy="1080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45" name="GRAY 4">
            <a:hlinkClick r:id="rId44" action="ppaction://hlinksldjump"/>
          </p:cNvPr>
          <p:cNvSpPr/>
          <p:nvPr/>
        </p:nvSpPr>
        <p:spPr>
          <a:xfrm>
            <a:off x="10346484" y="4366981"/>
            <a:ext cx="1080000" cy="1080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4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46" name="GRAY 3">
            <a:hlinkClick r:id="rId45" action="ppaction://hlinksldjump"/>
          </p:cNvPr>
          <p:cNvSpPr/>
          <p:nvPr/>
        </p:nvSpPr>
        <p:spPr>
          <a:xfrm>
            <a:off x="10346484" y="3185650"/>
            <a:ext cx="1080000" cy="1080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3</a:t>
            </a:r>
            <a:endParaRPr lang="en-GB" sz="6000" b="1" dirty="0">
              <a:solidFill>
                <a:schemeClr val="tx1"/>
              </a:solidFill>
            </a:endParaRPr>
          </a:p>
        </p:txBody>
      </p:sp>
      <p:sp>
        <p:nvSpPr>
          <p:cNvPr id="47" name="GRAY 2">
            <a:hlinkClick r:id="rId46" action="ppaction://hlinksldjump"/>
          </p:cNvPr>
          <p:cNvSpPr/>
          <p:nvPr/>
        </p:nvSpPr>
        <p:spPr>
          <a:xfrm>
            <a:off x="10346484" y="2004319"/>
            <a:ext cx="1080000" cy="1080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2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8" name="GRAY 1">
            <a:hlinkClick r:id="rId47" action="ppaction://hlinksldjump"/>
          </p:cNvPr>
          <p:cNvSpPr/>
          <p:nvPr/>
        </p:nvSpPr>
        <p:spPr>
          <a:xfrm>
            <a:off x="10346484" y="822988"/>
            <a:ext cx="1080000" cy="108000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ln w="28575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1</a:t>
            </a:r>
            <a:endParaRPr lang="en-GB" sz="6000" b="1" dirty="0">
              <a:ln w="28575"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9" name="UNIT 1">
            <a:hlinkClick r:id="rId48" action="ppaction://hlinksldjump"/>
          </p:cNvPr>
          <p:cNvSpPr/>
          <p:nvPr/>
        </p:nvSpPr>
        <p:spPr>
          <a:xfrm>
            <a:off x="737414" y="181657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السياحة</a:t>
            </a:r>
            <a:endParaRPr lang="en-GB" sz="12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1" name="UNIT 1">
            <a:hlinkClick r:id="rId48" action="ppaction://hlinksldjump"/>
          </p:cNvPr>
          <p:cNvSpPr/>
          <p:nvPr/>
        </p:nvSpPr>
        <p:spPr>
          <a:xfrm>
            <a:off x="1938685" y="181657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اركان الإسلام </a:t>
            </a:r>
            <a:endParaRPr lang="en-GB" sz="12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2" name="UNIT 1">
            <a:hlinkClick r:id="rId48" action="ppaction://hlinksldjump"/>
          </p:cNvPr>
          <p:cNvSpPr/>
          <p:nvPr/>
        </p:nvSpPr>
        <p:spPr>
          <a:xfrm>
            <a:off x="3139956" y="181657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TOPIC 3</a:t>
            </a:r>
          </a:p>
        </p:txBody>
      </p:sp>
      <p:sp>
        <p:nvSpPr>
          <p:cNvPr id="73" name="UNIT 1">
            <a:hlinkClick r:id="rId48" action="ppaction://hlinksldjump"/>
          </p:cNvPr>
          <p:cNvSpPr/>
          <p:nvPr/>
        </p:nvSpPr>
        <p:spPr>
          <a:xfrm>
            <a:off x="4340129" y="181657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TOPIC 4</a:t>
            </a:r>
          </a:p>
        </p:txBody>
      </p:sp>
      <p:sp>
        <p:nvSpPr>
          <p:cNvPr id="74" name="UNIT 1">
            <a:hlinkClick r:id="rId48" action="ppaction://hlinksldjump"/>
          </p:cNvPr>
          <p:cNvSpPr/>
          <p:nvPr/>
        </p:nvSpPr>
        <p:spPr>
          <a:xfrm>
            <a:off x="5541400" y="178116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TOPIC 5</a:t>
            </a:r>
          </a:p>
        </p:txBody>
      </p:sp>
      <p:sp>
        <p:nvSpPr>
          <p:cNvPr id="75" name="UNIT 1">
            <a:hlinkClick r:id="rId48" action="ppaction://hlinksldjump"/>
          </p:cNvPr>
          <p:cNvSpPr/>
          <p:nvPr/>
        </p:nvSpPr>
        <p:spPr>
          <a:xfrm>
            <a:off x="6741573" y="178116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E6A5D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TOPIC 6</a:t>
            </a:r>
          </a:p>
        </p:txBody>
      </p:sp>
      <p:sp>
        <p:nvSpPr>
          <p:cNvPr id="76" name="UNIT 1">
            <a:hlinkClick r:id="rId48" action="ppaction://hlinksldjump"/>
          </p:cNvPr>
          <p:cNvSpPr/>
          <p:nvPr/>
        </p:nvSpPr>
        <p:spPr>
          <a:xfrm>
            <a:off x="7941746" y="178116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TOPIC 7</a:t>
            </a:r>
          </a:p>
        </p:txBody>
      </p:sp>
      <p:sp>
        <p:nvSpPr>
          <p:cNvPr id="77" name="UNIT 1">
            <a:hlinkClick r:id="rId48" action="ppaction://hlinksldjump"/>
          </p:cNvPr>
          <p:cNvSpPr/>
          <p:nvPr/>
        </p:nvSpPr>
        <p:spPr>
          <a:xfrm>
            <a:off x="9145213" y="178116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E08B52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TOPIC 8</a:t>
            </a:r>
          </a:p>
        </p:txBody>
      </p:sp>
      <p:sp>
        <p:nvSpPr>
          <p:cNvPr id="78" name="UNIT 1">
            <a:hlinkClick r:id="rId48" action="ppaction://hlinksldjump"/>
          </p:cNvPr>
          <p:cNvSpPr/>
          <p:nvPr/>
        </p:nvSpPr>
        <p:spPr>
          <a:xfrm>
            <a:off x="10346484" y="178116"/>
            <a:ext cx="1080000" cy="540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  <a:latin typeface="Arial Black" panose="020B0A04020102020204" pitchFamily="34" charset="0"/>
              </a:rPr>
              <a:t>TOPIC 9</a:t>
            </a:r>
          </a:p>
        </p:txBody>
      </p:sp>
    </p:spTree>
    <p:extLst>
      <p:ext uri="{BB962C8B-B14F-4D97-AF65-F5344CB8AC3E}">
        <p14:creationId xmlns:p14="http://schemas.microsoft.com/office/powerpoint/2010/main" val="79301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5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" fill="hold">
                      <p:stCondLst>
                        <p:cond delay="0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7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" fill="hold">
                      <p:stCondLst>
                        <p:cond delay="0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22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7" fill="hold">
                      <p:stCondLst>
                        <p:cond delay="0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3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5" fill="hold">
                      <p:stCondLst>
                        <p:cond delay="0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27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5" fill="hold">
                      <p:stCondLst>
                        <p:cond delay="0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306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7" fill="hold">
                      <p:stCondLst>
                        <p:cond delay="0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0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3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1" fill="hold">
                      <p:stCondLst>
                        <p:cond delay="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0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5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5" fill="hold">
                      <p:stCondLst>
                        <p:cond delay="0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00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في أي مدينة يتواجد سوق عكاظ ؟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في مدينة الطائف</a:t>
            </a:r>
            <a:endParaRPr lang="en-US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79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00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ما هي اكبر بحيرة صناعية في العالم ؟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بحيرة ناصر </a:t>
            </a:r>
            <a:endParaRPr lang="en-US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9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00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ما هي السورة المدنية الأطول في عدد آياتها ؟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سورة البقرة</a:t>
            </a:r>
            <a:endParaRPr lang="en-US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3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00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ما هي السورة المكية الأقصر في عدد </a:t>
            </a:r>
            <a:r>
              <a:rPr lang="ar-EG" sz="6000" b="1" dirty="0" err="1">
                <a:solidFill>
                  <a:schemeClr val="tx1"/>
                </a:solidFill>
              </a:rPr>
              <a:t>اياتها</a:t>
            </a:r>
            <a:r>
              <a:rPr lang="ar-EG" sz="6000" b="1" dirty="0">
                <a:solidFill>
                  <a:schemeClr val="tx1"/>
                </a:solidFill>
              </a:rPr>
              <a:t> ؟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الكوثر والعصر</a:t>
            </a:r>
            <a:endParaRPr lang="en-US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55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00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من هو جندب بن جنادة ؟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أبو ذر الغفاري</a:t>
            </a:r>
            <a:endParaRPr lang="en-US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62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FF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من يتحمل العطش أكثر من الجمل ؟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الزرافة</a:t>
            </a:r>
            <a:endParaRPr lang="en-US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05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FF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ما هو الاسم القديم للصين ؟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6000" b="1" dirty="0">
                <a:solidFill>
                  <a:schemeClr val="tx1"/>
                </a:solidFill>
              </a:rPr>
              <a:t>كاثي</a:t>
            </a:r>
            <a:endParaRPr lang="en-US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93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FF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79812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FF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917387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FF0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3059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5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423417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5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22983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5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7184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5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84140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5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45839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F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97125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F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26301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F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54338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F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1851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00B0F0">
              <a:alpha val="50000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24798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AA73D5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794511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AA73D5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14353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AA73D5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79722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AA73D5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35183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AA73D5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404110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6A5DC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20848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6A5DC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16631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6A5DC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82391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6A5DC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93945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6A5DC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66871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C000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72346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C000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05131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C000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26305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C000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19120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FFC000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35921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08B52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56441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08B52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99854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08B52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635976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08B52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88225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rgbClr val="E08B52">
              <a:alpha val="49804"/>
            </a:srgbClr>
          </a:solidFill>
          <a:ln w="76200"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35841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chemeClr val="bg1">
              <a:lumMod val="50000"/>
              <a:alpha val="49804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209356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chemeClr val="bg1">
              <a:lumMod val="50000"/>
              <a:alpha val="49804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72555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chemeClr val="bg1">
              <a:lumMod val="50000"/>
              <a:alpha val="49804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176558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chemeClr val="bg1">
              <a:lumMod val="50000"/>
              <a:alpha val="49804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59069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"/>
          <p:cNvSpPr/>
          <p:nvPr/>
        </p:nvSpPr>
        <p:spPr>
          <a:xfrm>
            <a:off x="696000" y="538465"/>
            <a:ext cx="10800000" cy="2700000"/>
          </a:xfrm>
          <a:prstGeom prst="roundRect">
            <a:avLst/>
          </a:prstGeom>
          <a:solidFill>
            <a:schemeClr val="bg1">
              <a:lumMod val="50000"/>
              <a:alpha val="49804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question here</a:t>
            </a:r>
          </a:p>
        </p:txBody>
      </p:sp>
      <p:sp>
        <p:nvSpPr>
          <p:cNvPr id="5" name="ANSWER">
            <a:hlinkClick r:id="rId3" action="ppaction://hlinksldjump"/>
          </p:cNvPr>
          <p:cNvSpPr/>
          <p:nvPr/>
        </p:nvSpPr>
        <p:spPr>
          <a:xfrm>
            <a:off x="696000" y="3584809"/>
            <a:ext cx="10800000" cy="2700000"/>
          </a:xfrm>
          <a:prstGeom prst="roundRect">
            <a:avLst/>
          </a:prstGeom>
          <a:solidFill>
            <a:schemeClr val="bg1">
              <a:alpha val="40000"/>
            </a:schemeClr>
          </a:solidFill>
          <a:ln w="76200"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</a:rPr>
              <a:t>Write your answer here</a:t>
            </a:r>
          </a:p>
        </p:txBody>
      </p:sp>
    </p:spTree>
    <p:extLst>
      <p:ext uri="{BB962C8B-B14F-4D97-AF65-F5344CB8AC3E}">
        <p14:creationId xmlns:p14="http://schemas.microsoft.com/office/powerpoint/2010/main" val="321982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1387</Words>
  <Application>Microsoft Office PowerPoint</Application>
  <PresentationFormat>Widescreen</PresentationFormat>
  <Paragraphs>281</Paragraphs>
  <Slides>46</Slides>
  <Notes>46</Notes>
  <HiddenSlides>45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Arial Black</vt:lpstr>
      <vt:lpstr>Calibri</vt:lpstr>
      <vt:lpstr>Calibri Light</vt:lpstr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 logic</dc:creator>
  <cp:lastModifiedBy>MR.Mohamed Hamed</cp:lastModifiedBy>
  <cp:revision>2</cp:revision>
  <dcterms:created xsi:type="dcterms:W3CDTF">2015-01-20T03:17:08Z</dcterms:created>
  <dcterms:modified xsi:type="dcterms:W3CDTF">2020-10-10T13:33:20Z</dcterms:modified>
</cp:coreProperties>
</file>